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aadc6b7bdc4ac7" /><Relationship Type="http://schemas.openxmlformats.org/officeDocument/2006/relationships/extended-properties" Target="/docProps/app.xml" Id="R3babbd1674144390" /><Relationship Type="http://schemas.openxmlformats.org/officeDocument/2006/relationships/officeDocument" Target="/ppt/presentation.xml" Id="R65f57bb73c12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1a4a892c7541ed"/>
    <p:sldMasterId xmlns:r="http://schemas.openxmlformats.org/officeDocument/2006/relationships" id="2147483650" r:id="Rd10f87e005ba4cb2"/>
  </p:sldMasterIdLst>
  <p:notesMasterIdLst>
    <p:notesMasterId xmlns:r="http://schemas.openxmlformats.org/officeDocument/2006/relationships" r:id="R560fdf9572624392"/>
  </p:notesMasterIdLst>
  <p:sldIdLst>
    <p:sldId xmlns:r="http://schemas.openxmlformats.org/officeDocument/2006/relationships" id="256" r:id="R63557f79de214325"/>
    <p:sldId xmlns:r="http://schemas.openxmlformats.org/officeDocument/2006/relationships" id="257" r:id="R0d19d8e6cdc84fe0"/>
    <p:sldId xmlns:r="http://schemas.openxmlformats.org/officeDocument/2006/relationships" id="258" r:id="R622ae8cfb1f94479"/>
    <p:sldId xmlns:r="http://schemas.openxmlformats.org/officeDocument/2006/relationships" id="259" r:id="R99e2cadfab5c4256"/>
    <p:sldId xmlns:r="http://schemas.openxmlformats.org/officeDocument/2006/relationships" id="260" r:id="R443f64f351954750"/>
    <p:sldId xmlns:r="http://schemas.openxmlformats.org/officeDocument/2006/relationships" id="261" r:id="Ra9b93fa706f142a7"/>
    <p:sldId xmlns:r="http://schemas.openxmlformats.org/officeDocument/2006/relationships" id="262" r:id="Rdeb78d95c0144ad5"/>
    <p:sldId xmlns:r="http://schemas.openxmlformats.org/officeDocument/2006/relationships" id="263" r:id="R3c9c8ceac7a24097"/>
    <p:sldId xmlns:r="http://schemas.openxmlformats.org/officeDocument/2006/relationships" id="264" r:id="R41b65fb9dc9f45ea"/>
    <p:sldId xmlns:r="http://schemas.openxmlformats.org/officeDocument/2006/relationships" id="265" r:id="Rae208500e43244b6"/>
    <p:sldId xmlns:r="http://schemas.openxmlformats.org/officeDocument/2006/relationships" id="266" r:id="R7c87e915fe574188"/>
    <p:sldId xmlns:r="http://schemas.openxmlformats.org/officeDocument/2006/relationships" id="267" r:id="Re79f6e64d05f4932"/>
    <p:sldId xmlns:r="http://schemas.openxmlformats.org/officeDocument/2006/relationships" id="268" r:id="R14ed17c7bf824f9d"/>
    <p:sldId xmlns:r="http://schemas.openxmlformats.org/officeDocument/2006/relationships" id="269" r:id="Rdd6acc2eae484d3a"/>
    <p:sldId xmlns:r="http://schemas.openxmlformats.org/officeDocument/2006/relationships" id="270" r:id="R366398611c2c4861"/>
    <p:sldId xmlns:r="http://schemas.openxmlformats.org/officeDocument/2006/relationships" id="271" r:id="Re226d66e9809466e"/>
    <p:sldId xmlns:r="http://schemas.openxmlformats.org/officeDocument/2006/relationships" id="272" r:id="R86a028e83dc14e93"/>
    <p:sldId xmlns:r="http://schemas.openxmlformats.org/officeDocument/2006/relationships" id="273" r:id="Re25bc634c6244c43"/>
    <p:sldId xmlns:r="http://schemas.openxmlformats.org/officeDocument/2006/relationships" id="274" r:id="R442fae1ef01c4fca"/>
    <p:sldId xmlns:r="http://schemas.openxmlformats.org/officeDocument/2006/relationships" id="275" r:id="R07a688f234cc4399"/>
    <p:sldId xmlns:r="http://schemas.openxmlformats.org/officeDocument/2006/relationships" id="276" r:id="R37c7f969abfb4435"/>
    <p:sldId xmlns:r="http://schemas.openxmlformats.org/officeDocument/2006/relationships" id="277" r:id="R779489c70e6d400f"/>
    <p:sldId xmlns:r="http://schemas.openxmlformats.org/officeDocument/2006/relationships" id="278" r:id="R4278013d07a044ca"/>
    <p:sldId xmlns:r="http://schemas.openxmlformats.org/officeDocument/2006/relationships" id="279" r:id="R060601edbd764d98"/>
    <p:sldId xmlns:r="http://schemas.openxmlformats.org/officeDocument/2006/relationships" id="280" r:id="Rad8643706ba3400a"/>
    <p:sldId xmlns:r="http://schemas.openxmlformats.org/officeDocument/2006/relationships" id="281" r:id="Re9d4cf2b68a4434a"/>
    <p:sldId xmlns:r="http://schemas.openxmlformats.org/officeDocument/2006/relationships" id="282" r:id="R42c651c1888e489d"/>
    <p:sldId xmlns:r="http://schemas.openxmlformats.org/officeDocument/2006/relationships" id="283" r:id="R2b685c5a82a140e8"/>
    <p:sldId xmlns:r="http://schemas.openxmlformats.org/officeDocument/2006/relationships" id="284" r:id="Ra6f000bf5ff34dad"/>
    <p:sldId xmlns:r="http://schemas.openxmlformats.org/officeDocument/2006/relationships" id="285" r:id="Rdc38264af5244c09"/>
    <p:sldId xmlns:r="http://schemas.openxmlformats.org/officeDocument/2006/relationships" id="286" r:id="R398a78599cd9443b"/>
    <p:sldId xmlns:r="http://schemas.openxmlformats.org/officeDocument/2006/relationships" id="287" r:id="R1956850f9f4a4b2c"/>
    <p:sldId xmlns:r="http://schemas.openxmlformats.org/officeDocument/2006/relationships" id="288" r:id="R4d98bd5222c44fbe"/>
    <p:sldId xmlns:r="http://schemas.openxmlformats.org/officeDocument/2006/relationships" id="289" r:id="R6d9ca97ea3d5491d"/>
    <p:sldId xmlns:r="http://schemas.openxmlformats.org/officeDocument/2006/relationships" id="290" r:id="R6643cf3d5fd14793"/>
    <p:sldId xmlns:r="http://schemas.openxmlformats.org/officeDocument/2006/relationships" id="291" r:id="R1337e5e7a8cd4322"/>
    <p:sldId xmlns:r="http://schemas.openxmlformats.org/officeDocument/2006/relationships" id="292" r:id="R7a7d80b731674c25"/>
    <p:sldId xmlns:r="http://schemas.openxmlformats.org/officeDocument/2006/relationships" id="293" r:id="Ra142862185aa4f41"/>
    <p:sldId xmlns:r="http://schemas.openxmlformats.org/officeDocument/2006/relationships" id="294" r:id="Rf14c06cf324a454d"/>
    <p:sldId xmlns:r="http://schemas.openxmlformats.org/officeDocument/2006/relationships" id="295" r:id="R2ef9a28a67d04a9b"/>
    <p:sldId xmlns:r="http://schemas.openxmlformats.org/officeDocument/2006/relationships" id="296" r:id="Rd30dc0d47eb542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70a33117954c0c" /><Relationship Type="http://schemas.openxmlformats.org/officeDocument/2006/relationships/slideMaster" Target="/ppt/slideMasters/slideMaster1.xml" Id="R2c1a4a892c7541ed" /><Relationship Type="http://schemas.openxmlformats.org/officeDocument/2006/relationships/slideMaster" Target="/ppt/slideMasters/slideMaster2.xml" Id="Rd10f87e005ba4cb2" /><Relationship Type="http://schemas.openxmlformats.org/officeDocument/2006/relationships/notesMaster" Target="/ppt/notesMasters/notesMaster1.xml" Id="R560fdf9572624392" /><Relationship Type="http://schemas.openxmlformats.org/officeDocument/2006/relationships/presProps" Target="/ppt/presProps.xml" Id="Rec8d7b6a5acf4cbf" /><Relationship Type="http://schemas.openxmlformats.org/officeDocument/2006/relationships/tableStyles" Target="/ppt/tableStyles.xml" Id="R2945e89498db421f" /><Relationship Type="http://schemas.openxmlformats.org/officeDocument/2006/relationships/slide" Target="/ppt/slides/slide1.xml" Id="R63557f79de214325" /><Relationship Type="http://schemas.openxmlformats.org/officeDocument/2006/relationships/slide" Target="/ppt/slides/slide2.xml" Id="R0d19d8e6cdc84fe0" /><Relationship Type="http://schemas.openxmlformats.org/officeDocument/2006/relationships/slide" Target="/ppt/slides/slide3.xml" Id="R622ae8cfb1f94479" /><Relationship Type="http://schemas.openxmlformats.org/officeDocument/2006/relationships/slide" Target="/ppt/slides/slide4.xml" Id="R99e2cadfab5c4256" /><Relationship Type="http://schemas.openxmlformats.org/officeDocument/2006/relationships/slide" Target="/ppt/slides/slide5.xml" Id="R443f64f351954750" /><Relationship Type="http://schemas.openxmlformats.org/officeDocument/2006/relationships/slide" Target="/ppt/slides/slide6.xml" Id="Ra9b93fa706f142a7" /><Relationship Type="http://schemas.openxmlformats.org/officeDocument/2006/relationships/slide" Target="/ppt/slides/slide7.xml" Id="Rdeb78d95c0144ad5" /><Relationship Type="http://schemas.openxmlformats.org/officeDocument/2006/relationships/slide" Target="/ppt/slides/slide8.xml" Id="R3c9c8ceac7a24097" /><Relationship Type="http://schemas.openxmlformats.org/officeDocument/2006/relationships/slide" Target="/ppt/slides/slide9.xml" Id="R41b65fb9dc9f45ea" /><Relationship Type="http://schemas.openxmlformats.org/officeDocument/2006/relationships/slide" Target="/ppt/slides/slide10.xml" Id="Rae208500e43244b6" /><Relationship Type="http://schemas.openxmlformats.org/officeDocument/2006/relationships/slide" Target="/ppt/slides/slide11.xml" Id="R7c87e915fe574188" /><Relationship Type="http://schemas.openxmlformats.org/officeDocument/2006/relationships/slide" Target="/ppt/slides/slide12.xml" Id="Re79f6e64d05f4932" /><Relationship Type="http://schemas.openxmlformats.org/officeDocument/2006/relationships/slide" Target="/ppt/slides/slide13.xml" Id="R14ed17c7bf824f9d" /><Relationship Type="http://schemas.openxmlformats.org/officeDocument/2006/relationships/slide" Target="/ppt/slides/slide14.xml" Id="Rdd6acc2eae484d3a" /><Relationship Type="http://schemas.openxmlformats.org/officeDocument/2006/relationships/slide" Target="/ppt/slides/slide15.xml" Id="R366398611c2c4861" /><Relationship Type="http://schemas.openxmlformats.org/officeDocument/2006/relationships/slide" Target="/ppt/slides/slide16.xml" Id="Re226d66e9809466e" /><Relationship Type="http://schemas.openxmlformats.org/officeDocument/2006/relationships/slide" Target="/ppt/slides/slide17.xml" Id="R86a028e83dc14e93" /><Relationship Type="http://schemas.openxmlformats.org/officeDocument/2006/relationships/slide" Target="/ppt/slides/slide18.xml" Id="Re25bc634c6244c43" /><Relationship Type="http://schemas.openxmlformats.org/officeDocument/2006/relationships/slide" Target="/ppt/slides/slide19.xml" Id="R442fae1ef01c4fca" /><Relationship Type="http://schemas.openxmlformats.org/officeDocument/2006/relationships/slide" Target="/ppt/slides/slide20.xml" Id="R07a688f234cc4399" /><Relationship Type="http://schemas.openxmlformats.org/officeDocument/2006/relationships/slide" Target="/ppt/slides/slide21.xml" Id="R37c7f969abfb4435" /><Relationship Type="http://schemas.openxmlformats.org/officeDocument/2006/relationships/slide" Target="/ppt/slides/slide22.xml" Id="R779489c70e6d400f" /><Relationship Type="http://schemas.openxmlformats.org/officeDocument/2006/relationships/slide" Target="/ppt/slides/slide23.xml" Id="R4278013d07a044ca" /><Relationship Type="http://schemas.openxmlformats.org/officeDocument/2006/relationships/slide" Target="/ppt/slides/slide24.xml" Id="R060601edbd764d98" /><Relationship Type="http://schemas.openxmlformats.org/officeDocument/2006/relationships/slide" Target="/ppt/slides/slide25.xml" Id="Rad8643706ba3400a" /><Relationship Type="http://schemas.openxmlformats.org/officeDocument/2006/relationships/slide" Target="/ppt/slides/slide26.xml" Id="Re9d4cf2b68a4434a" /><Relationship Type="http://schemas.openxmlformats.org/officeDocument/2006/relationships/slide" Target="/ppt/slides/slide27.xml" Id="R42c651c1888e489d" /><Relationship Type="http://schemas.openxmlformats.org/officeDocument/2006/relationships/slide" Target="/ppt/slides/slide28.xml" Id="R2b685c5a82a140e8" /><Relationship Type="http://schemas.openxmlformats.org/officeDocument/2006/relationships/slide" Target="/ppt/slides/slide29.xml" Id="Ra6f000bf5ff34dad" /><Relationship Type="http://schemas.openxmlformats.org/officeDocument/2006/relationships/slide" Target="/ppt/slides/slide30.xml" Id="Rdc38264af5244c09" /><Relationship Type="http://schemas.openxmlformats.org/officeDocument/2006/relationships/slide" Target="/ppt/slides/slide31.xml" Id="R398a78599cd9443b" /><Relationship Type="http://schemas.openxmlformats.org/officeDocument/2006/relationships/slide" Target="/ppt/slides/slide32.xml" Id="R1956850f9f4a4b2c" /><Relationship Type="http://schemas.openxmlformats.org/officeDocument/2006/relationships/slide" Target="/ppt/slides/slide33.xml" Id="R4d98bd5222c44fbe" /><Relationship Type="http://schemas.openxmlformats.org/officeDocument/2006/relationships/slide" Target="/ppt/slides/slide34.xml" Id="R6d9ca97ea3d5491d" /><Relationship Type="http://schemas.openxmlformats.org/officeDocument/2006/relationships/slide" Target="/ppt/slides/slide35.xml" Id="R6643cf3d5fd14793" /><Relationship Type="http://schemas.openxmlformats.org/officeDocument/2006/relationships/slide" Target="/ppt/slides/slide36.xml" Id="R1337e5e7a8cd4322" /><Relationship Type="http://schemas.openxmlformats.org/officeDocument/2006/relationships/slide" Target="/ppt/slides/slide37.xml" Id="R7a7d80b731674c25" /><Relationship Type="http://schemas.openxmlformats.org/officeDocument/2006/relationships/slide" Target="/ppt/slides/slide38.xml" Id="Ra142862185aa4f41" /><Relationship Type="http://schemas.openxmlformats.org/officeDocument/2006/relationships/slide" Target="/ppt/slides/slide39.xml" Id="Rf14c06cf324a454d" /><Relationship Type="http://schemas.openxmlformats.org/officeDocument/2006/relationships/slide" Target="/ppt/slides/slide40.xml" Id="R2ef9a28a67d04a9b" /><Relationship Type="http://schemas.openxmlformats.org/officeDocument/2006/relationships/slide" Target="/ppt/slides/slide41.xml" Id="Rd30dc0d47eb542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8d94c44131a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832f13f2a4146" /><Relationship Type="http://schemas.openxmlformats.org/officeDocument/2006/relationships/notesMaster" Target="/ppt/notesMasters/notesMaster1.xml" Id="R0484277e40a847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15d1626bf4ded" /><Relationship Type="http://schemas.openxmlformats.org/officeDocument/2006/relationships/notesMaster" Target="/ppt/notesMasters/notesMaster1.xml" Id="R8c1521ac48f541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796147a19a4786" /><Relationship Type="http://schemas.openxmlformats.org/officeDocument/2006/relationships/notesMaster" Target="/ppt/notesMasters/notesMaster1.xml" Id="Ra21b312cda964e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747408cb4244f2" /><Relationship Type="http://schemas.openxmlformats.org/officeDocument/2006/relationships/notesMaster" Target="/ppt/notesMasters/notesMaster1.xml" Id="R10b2302babb644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0b33fa418049c2" /><Relationship Type="http://schemas.openxmlformats.org/officeDocument/2006/relationships/notesMaster" Target="/ppt/notesMasters/notesMaster1.xml" Id="R5f5f8f69963142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d831599a96478b" /><Relationship Type="http://schemas.openxmlformats.org/officeDocument/2006/relationships/notesMaster" Target="/ppt/notesMasters/notesMaster1.xml" Id="R96445ccd35d243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d76b4276794453" /><Relationship Type="http://schemas.openxmlformats.org/officeDocument/2006/relationships/notesMaster" Target="/ppt/notesMasters/notesMaster1.xml" Id="R4f12a6e8754144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099ff437034179" /><Relationship Type="http://schemas.openxmlformats.org/officeDocument/2006/relationships/notesMaster" Target="/ppt/notesMasters/notesMaster1.xml" Id="Rf5c82324335e4b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e297dcc64e4250" /><Relationship Type="http://schemas.openxmlformats.org/officeDocument/2006/relationships/notesMaster" Target="/ppt/notesMasters/notesMaster1.xml" Id="R6a3af5b95f804d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2a136118204a7d" /><Relationship Type="http://schemas.openxmlformats.org/officeDocument/2006/relationships/notesMaster" Target="/ppt/notesMasters/notesMaster1.xml" Id="R34363c35fd8f4e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eb7a8e26dc4802" /><Relationship Type="http://schemas.openxmlformats.org/officeDocument/2006/relationships/notesMaster" Target="/ppt/notesMasters/notesMaster1.xml" Id="R21d7b11833ba40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c6efcb71284b9d" /><Relationship Type="http://schemas.openxmlformats.org/officeDocument/2006/relationships/notesMaster" Target="/ppt/notesMasters/notesMaster1.xml" Id="R3b03290177b140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69e6362fb144f1" /><Relationship Type="http://schemas.openxmlformats.org/officeDocument/2006/relationships/notesMaster" Target="/ppt/notesMasters/notesMaster1.xml" Id="Rd7490dbc17ea41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bad8066b0a4664" /><Relationship Type="http://schemas.openxmlformats.org/officeDocument/2006/relationships/notesMaster" Target="/ppt/notesMasters/notesMaster1.xml" Id="Rcf52451779a247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196b0ce4d54d9e" /><Relationship Type="http://schemas.openxmlformats.org/officeDocument/2006/relationships/notesMaster" Target="/ppt/notesMasters/notesMaster1.xml" Id="Rc108ec2cbe4d41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572b04d8c64f83" /><Relationship Type="http://schemas.openxmlformats.org/officeDocument/2006/relationships/notesMaster" Target="/ppt/notesMasters/notesMaster1.xml" Id="Red873cfd42f940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2201fc9da34f13" /><Relationship Type="http://schemas.openxmlformats.org/officeDocument/2006/relationships/notesMaster" Target="/ppt/notesMasters/notesMaster1.xml" Id="Ree6d6dda4c6d43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3ca8dfa7ed43fd" /><Relationship Type="http://schemas.openxmlformats.org/officeDocument/2006/relationships/notesMaster" Target="/ppt/notesMasters/notesMaster1.xml" Id="R0a191c9d457c40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f5c10333b2471a" /><Relationship Type="http://schemas.openxmlformats.org/officeDocument/2006/relationships/notesMaster" Target="/ppt/notesMasters/notesMaster1.xml" Id="R11196359f8b347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5b7b0a07fe47e9" /><Relationship Type="http://schemas.openxmlformats.org/officeDocument/2006/relationships/notesMaster" Target="/ppt/notesMasters/notesMaster1.xml" Id="R88c250f6a2b544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2480fc63b6423d" /><Relationship Type="http://schemas.openxmlformats.org/officeDocument/2006/relationships/notesMaster" Target="/ppt/notesMasters/notesMaster1.xml" Id="R4649e68910824a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04863154cc437a" /><Relationship Type="http://schemas.openxmlformats.org/officeDocument/2006/relationships/notesMaster" Target="/ppt/notesMasters/notesMaster1.xml" Id="R4be9c860b53348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45a889698ed4cac" /><Relationship Type="http://schemas.openxmlformats.org/officeDocument/2006/relationships/notesMaster" Target="/ppt/notesMasters/notesMaster1.xml" Id="R0ec4216f01b84f7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9a7d1631944a35" /><Relationship Type="http://schemas.openxmlformats.org/officeDocument/2006/relationships/notesMaster" Target="/ppt/notesMasters/notesMaster1.xml" Id="R6aae869c19464c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0401eb853d4a90" /><Relationship Type="http://schemas.openxmlformats.org/officeDocument/2006/relationships/notesMaster" Target="/ppt/notesMasters/notesMaster1.xml" Id="Rac71f3ba6a314a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24e0a4afe84687" /><Relationship Type="http://schemas.openxmlformats.org/officeDocument/2006/relationships/notesMaster" Target="/ppt/notesMasters/notesMaster1.xml" Id="R2e1453b2d16d46f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a922cec0d6a41c6" /><Relationship Type="http://schemas.openxmlformats.org/officeDocument/2006/relationships/notesMaster" Target="/ppt/notesMasters/notesMaster1.xml" Id="Rb8e21f38f04e489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ecafcf5136e4cd2" /><Relationship Type="http://schemas.openxmlformats.org/officeDocument/2006/relationships/notesMaster" Target="/ppt/notesMasters/notesMaster1.xml" Id="Ra51e3b91048b456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efd71ace594938" /><Relationship Type="http://schemas.openxmlformats.org/officeDocument/2006/relationships/notesMaster" Target="/ppt/notesMasters/notesMaster1.xml" Id="R7aab66b511554f1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1d2b34b077c4d76" /><Relationship Type="http://schemas.openxmlformats.org/officeDocument/2006/relationships/notesMaster" Target="/ppt/notesMasters/notesMaster1.xml" Id="R6fb04011bac34e4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ead9216bf14712" /><Relationship Type="http://schemas.openxmlformats.org/officeDocument/2006/relationships/notesMaster" Target="/ppt/notesMasters/notesMaster1.xml" Id="R624e67c563da4e8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513310531a94f81" /><Relationship Type="http://schemas.openxmlformats.org/officeDocument/2006/relationships/notesMaster" Target="/ppt/notesMasters/notesMaster1.xml" Id="R18cfb7717c75434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2361be4077a483c" /><Relationship Type="http://schemas.openxmlformats.org/officeDocument/2006/relationships/notesMaster" Target="/ppt/notesMasters/notesMaster1.xml" Id="R54ca8a9bc59b421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346d9c3bab54377" /><Relationship Type="http://schemas.openxmlformats.org/officeDocument/2006/relationships/notesMaster" Target="/ppt/notesMasters/notesMaster1.xml" Id="R97ecc7945236479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bfccfa26fa14c2f" /><Relationship Type="http://schemas.openxmlformats.org/officeDocument/2006/relationships/notesMaster" Target="/ppt/notesMasters/notesMaster1.xml" Id="R03437437157b44d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168a59ddb404565" /><Relationship Type="http://schemas.openxmlformats.org/officeDocument/2006/relationships/notesMaster" Target="/ppt/notesMasters/notesMaster1.xml" Id="R75cd1f45a7a544c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e7ae8a3d894db0" /><Relationship Type="http://schemas.openxmlformats.org/officeDocument/2006/relationships/notesMaster" Target="/ppt/notesMasters/notesMaster1.xml" Id="R449476cd9c9e434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da0ff620d1a4e7f" /><Relationship Type="http://schemas.openxmlformats.org/officeDocument/2006/relationships/notesMaster" Target="/ppt/notesMasters/notesMaster1.xml" Id="Rc8ab09aadb07407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38039cb4a443b0" /><Relationship Type="http://schemas.openxmlformats.org/officeDocument/2006/relationships/notesMaster" Target="/ppt/notesMasters/notesMaster1.xml" Id="Re5e41a346b89491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1ced2878c6949a9" /><Relationship Type="http://schemas.openxmlformats.org/officeDocument/2006/relationships/notesMaster" Target="/ppt/notesMasters/notesMaster1.xml" Id="R70a5c4b58dd241b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787d8b82afd49ed" /><Relationship Type="http://schemas.openxmlformats.org/officeDocument/2006/relationships/notesMaster" Target="/ppt/notesMasters/notesMaster1.xml" Id="R133b6aa8169745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content/source-materials/derived/pozharnaya-bezopasnost/presentation.pptx</a:t>
            </a:r>
          </a:p>
          <a:p xmlns:a="http://schemas.openxmlformats.org/drawingml/2006/main">
            <a:r>
              <a:t>- Reviewed EN text map: content/localizations/staged-2026-09-01/presentations/pozharnaya-bezopasnost/en/text-map.json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b44f8555b43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621cb5c9c245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4c46ec78841da" /><Relationship Type="http://schemas.openxmlformats.org/officeDocument/2006/relationships/slideLayout" Target="/ppt/slideLayouts/slideLayout1.xml" Id="R3c8f4a2e3725429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4d0238279e4444a" /><Relationship Type="http://schemas.openxmlformats.org/officeDocument/2006/relationships/slideLayout" Target="/ppt/slideLayouts/slideLayout2.xml" Id="R16d3e8a8a098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8f4a2e372542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6d3e8a8a0984c3d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209388b854e6c" /><Relationship Type="http://schemas.openxmlformats.org/officeDocument/2006/relationships/image" Target="/ppt/media/image.jpeg" Id="R8dcb7aa4f79b486c" /><Relationship Type="http://schemas.openxmlformats.org/officeDocument/2006/relationships/image" Target="/ppt/media/image.png" Id="R9f67a3c54add4547" /><Relationship Type="http://schemas.openxmlformats.org/officeDocument/2006/relationships/notesSlide" Target="/ppt/notesSlides/notesSlide1.xml" Id="R1087606bf3524e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a7d8d154a549b1" /><Relationship Type="http://schemas.openxmlformats.org/officeDocument/2006/relationships/image" Target="/ppt/media/image2.png" Id="R3e37fc4e6a234655" /><Relationship Type="http://schemas.openxmlformats.org/officeDocument/2006/relationships/notesSlide" Target="/ppt/notesSlides/notesSlide2.xml" Id="R6965f555fdad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209f914ade477f" /><Relationship Type="http://schemas.openxmlformats.org/officeDocument/2006/relationships/image" Target="/ppt/media/image3.png" Id="R7726f61d549e4df4" /><Relationship Type="http://schemas.openxmlformats.org/officeDocument/2006/relationships/notesSlide" Target="/ppt/notesSlides/notesSlide3.xml" Id="R94a07ee294c547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37b904d674982" /><Relationship Type="http://schemas.openxmlformats.org/officeDocument/2006/relationships/image" Target="/ppt/media/image2.jpeg" Id="R03afaa32c08e43e8" /><Relationship Type="http://schemas.openxmlformats.org/officeDocument/2006/relationships/image" Target="/ppt/media/image4.png" Id="Rd1e2a3b4c53448f2" /><Relationship Type="http://schemas.openxmlformats.org/officeDocument/2006/relationships/notesSlide" Target="/ppt/notesSlides/notesSlide4.xml" Id="R8672ae6d5cf1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b6688bac24ebc" /><Relationship Type="http://schemas.openxmlformats.org/officeDocument/2006/relationships/image" Target="/ppt/media/image5.png" Id="R8e198dd5b84441d5" /><Relationship Type="http://schemas.openxmlformats.org/officeDocument/2006/relationships/notesSlide" Target="/ppt/notesSlides/notesSlide5.xml" Id="Rb7e3caafe6174c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f3a3ccb0f2490d" /><Relationship Type="http://schemas.openxmlformats.org/officeDocument/2006/relationships/image" Target="/ppt/media/image6.png" Id="R317e3c93985849ed" /><Relationship Type="http://schemas.openxmlformats.org/officeDocument/2006/relationships/notesSlide" Target="/ppt/notesSlides/notesSlide6.xml" Id="R38c26e2ab5084f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8661cf3c0438e" /><Relationship Type="http://schemas.openxmlformats.org/officeDocument/2006/relationships/image" Target="/ppt/media/image7.png" Id="R64b631c549fd4375" /><Relationship Type="http://schemas.openxmlformats.org/officeDocument/2006/relationships/notesSlide" Target="/ppt/notesSlides/notesSlide7.xml" Id="R6a3559569f2444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82e11d4e9a4b57" /><Relationship Type="http://schemas.openxmlformats.org/officeDocument/2006/relationships/image" Target="/ppt/media/image3.jpeg" Id="R3efa72979e2f4eea" /><Relationship Type="http://schemas.openxmlformats.org/officeDocument/2006/relationships/image" Target="/ppt/media/image8.png" Id="Rd3937914be9e4b98" /><Relationship Type="http://schemas.openxmlformats.org/officeDocument/2006/relationships/notesSlide" Target="/ppt/notesSlides/notesSlide8.xml" Id="R583de23819f343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6f7ef3449b4be8" /><Relationship Type="http://schemas.openxmlformats.org/officeDocument/2006/relationships/image" Target="/ppt/media/image9.png" Id="R1430ea55b0094747" /><Relationship Type="http://schemas.openxmlformats.org/officeDocument/2006/relationships/notesSlide" Target="/ppt/notesSlides/notesSlide9.xml" Id="Rb6c8cb7629a94b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096cf43e8e421c" /><Relationship Type="http://schemas.openxmlformats.org/officeDocument/2006/relationships/image" Target="/ppt/media/image10.png" Id="Rfa5ac223cd9c4aae" /><Relationship Type="http://schemas.openxmlformats.org/officeDocument/2006/relationships/notesSlide" Target="/ppt/notesSlides/notesSlide10.xml" Id="R0b3d50cc46b94b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3f4eb88cfe4fba" /><Relationship Type="http://schemas.openxmlformats.org/officeDocument/2006/relationships/image" Target="/ppt/media/image11.png" Id="R80e3f3f65be14606" /><Relationship Type="http://schemas.openxmlformats.org/officeDocument/2006/relationships/notesSlide" Target="/ppt/notesSlides/notesSlide11.xml" Id="R4da8cc33587949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78dae8ee9e4dc3" /><Relationship Type="http://schemas.openxmlformats.org/officeDocument/2006/relationships/image" Target="/ppt/media/image12.png" Id="Rfd5c2c4c66cc488f" /><Relationship Type="http://schemas.openxmlformats.org/officeDocument/2006/relationships/notesSlide" Target="/ppt/notesSlides/notesSlide12.xml" Id="Rea3d97a827b34c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32c5e420e148d2" /><Relationship Type="http://schemas.openxmlformats.org/officeDocument/2006/relationships/image" Target="/ppt/media/image13.png" Id="R3280455e32e04e51" /><Relationship Type="http://schemas.openxmlformats.org/officeDocument/2006/relationships/notesSlide" Target="/ppt/notesSlides/notesSlide13.xml" Id="Ra6d71fd8bb894b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bc30e7e2ab4464" /><Relationship Type="http://schemas.openxmlformats.org/officeDocument/2006/relationships/image" Target="/ppt/media/image14.png" Id="R27216adba35e48e3" /><Relationship Type="http://schemas.openxmlformats.org/officeDocument/2006/relationships/notesSlide" Target="/ppt/notesSlides/notesSlide14.xml" Id="R560ea6de17c448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8016094f1944d1" /><Relationship Type="http://schemas.openxmlformats.org/officeDocument/2006/relationships/image" Target="/ppt/media/image15.png" Id="Rea4ae0b3609e4b74" /><Relationship Type="http://schemas.openxmlformats.org/officeDocument/2006/relationships/notesSlide" Target="/ppt/notesSlides/notesSlide15.xml" Id="Re3b001c4f3ae43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459706f8d4f28" /><Relationship Type="http://schemas.openxmlformats.org/officeDocument/2006/relationships/image" Target="/ppt/media/image16.png" Id="Rd1136dde6f6c4e5e" /><Relationship Type="http://schemas.openxmlformats.org/officeDocument/2006/relationships/notesSlide" Target="/ppt/notesSlides/notesSlide16.xml" Id="R726821e877f842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677cec9b9746e4" /><Relationship Type="http://schemas.openxmlformats.org/officeDocument/2006/relationships/image" Target="/ppt/media/image17.png" Id="Rba40af3ec5af4ebd" /><Relationship Type="http://schemas.openxmlformats.org/officeDocument/2006/relationships/notesSlide" Target="/ppt/notesSlides/notesSlide17.xml" Id="R7ef72f500c564f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4d94dac104128" /><Relationship Type="http://schemas.openxmlformats.org/officeDocument/2006/relationships/image" Target="/ppt/media/image18.png" Id="Rb49703bb0efd4acd" /><Relationship Type="http://schemas.openxmlformats.org/officeDocument/2006/relationships/notesSlide" Target="/ppt/notesSlides/notesSlide18.xml" Id="R5ade11448ae94f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d1035fb494a4c" /><Relationship Type="http://schemas.openxmlformats.org/officeDocument/2006/relationships/image" Target="/ppt/media/image19.png" Id="R3779a6d3958c46ba" /><Relationship Type="http://schemas.openxmlformats.org/officeDocument/2006/relationships/notesSlide" Target="/ppt/notesSlides/notesSlide19.xml" Id="R21de96df59e843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795941dd3e4264" /><Relationship Type="http://schemas.openxmlformats.org/officeDocument/2006/relationships/image" Target="/ppt/media/image20.png" Id="R9cd7f786b8464afc" /><Relationship Type="http://schemas.openxmlformats.org/officeDocument/2006/relationships/notesSlide" Target="/ppt/notesSlides/notesSlide20.xml" Id="Ra3ef84632f3c47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b65c0503f94aa3" /><Relationship Type="http://schemas.openxmlformats.org/officeDocument/2006/relationships/image" Target="/ppt/media/image21.png" Id="Raaef436e31c047eb" /><Relationship Type="http://schemas.openxmlformats.org/officeDocument/2006/relationships/notesSlide" Target="/ppt/notesSlides/notesSlide21.xml" Id="R583f973b6be542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ac8784736449a" /><Relationship Type="http://schemas.openxmlformats.org/officeDocument/2006/relationships/image" Target="/ppt/media/image22.png" Id="Rcb9581f9dd7e4d2f" /><Relationship Type="http://schemas.openxmlformats.org/officeDocument/2006/relationships/notesSlide" Target="/ppt/notesSlides/notesSlide22.xml" Id="Rc8037dc7fd344a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1ee0b13abd412b" /><Relationship Type="http://schemas.openxmlformats.org/officeDocument/2006/relationships/image" Target="/ppt/media/image23.png" Id="Rb2946a049f9b418e" /><Relationship Type="http://schemas.openxmlformats.org/officeDocument/2006/relationships/notesSlide" Target="/ppt/notesSlides/notesSlide23.xml" Id="R0e59a9966ca248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28f3d6674d455d" /><Relationship Type="http://schemas.openxmlformats.org/officeDocument/2006/relationships/image" Target="/ppt/media/image4.jpeg" Id="R4aac350e129b47f8" /><Relationship Type="http://schemas.openxmlformats.org/officeDocument/2006/relationships/image" Target="/ppt/media/image24.png" Id="Rd18f43fe0ad642cc" /><Relationship Type="http://schemas.openxmlformats.org/officeDocument/2006/relationships/notesSlide" Target="/ppt/notesSlides/notesSlide24.xml" Id="Rcd448de4e66345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70881e00c94fae" /><Relationship Type="http://schemas.openxmlformats.org/officeDocument/2006/relationships/image" Target="/ppt/media/image25.png" Id="R732661386cdd4a65" /><Relationship Type="http://schemas.openxmlformats.org/officeDocument/2006/relationships/notesSlide" Target="/ppt/notesSlides/notesSlide25.xml" Id="R8bc6128f4db64e9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aea265bf8e40d8" /><Relationship Type="http://schemas.openxmlformats.org/officeDocument/2006/relationships/image" Target="/ppt/media/image5.jpeg" Id="Rd2ce8c36aa254e2d" /><Relationship Type="http://schemas.openxmlformats.org/officeDocument/2006/relationships/image" Target="/ppt/media/image26.png" Id="Rb1ff73a32c754bf0" /><Relationship Type="http://schemas.openxmlformats.org/officeDocument/2006/relationships/notesSlide" Target="/ppt/notesSlides/notesSlide26.xml" Id="R937f4c4db28842b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90735839446e9" /><Relationship Type="http://schemas.openxmlformats.org/officeDocument/2006/relationships/image" Target="/ppt/media/image27.png" Id="R9e1b89e23cf64ed8" /><Relationship Type="http://schemas.openxmlformats.org/officeDocument/2006/relationships/notesSlide" Target="/ppt/notesSlides/notesSlide27.xml" Id="Rd58cb69a801248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4a218e53f94aeb" /><Relationship Type="http://schemas.openxmlformats.org/officeDocument/2006/relationships/image" Target="/ppt/media/image28.png" Id="R509c4244586b4fc8" /><Relationship Type="http://schemas.openxmlformats.org/officeDocument/2006/relationships/notesSlide" Target="/ppt/notesSlides/notesSlide28.xml" Id="Re1c72ba2a392474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79842ba6c34627" /><Relationship Type="http://schemas.openxmlformats.org/officeDocument/2006/relationships/image" Target="/ppt/media/image29.png" Id="Rac50199767ef4b18" /><Relationship Type="http://schemas.openxmlformats.org/officeDocument/2006/relationships/notesSlide" Target="/ppt/notesSlides/notesSlide29.xml" Id="R5d62f3583e3d47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d6797e4de34686" /><Relationship Type="http://schemas.openxmlformats.org/officeDocument/2006/relationships/image" Target="/ppt/media/image30.png" Id="Rdf0fb4d830174743" /><Relationship Type="http://schemas.openxmlformats.org/officeDocument/2006/relationships/notesSlide" Target="/ppt/notesSlides/notesSlide30.xml" Id="Reaa66a62f3bb44f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dad4be790548f0" /><Relationship Type="http://schemas.openxmlformats.org/officeDocument/2006/relationships/image" Target="/ppt/media/image31.png" Id="Rc1b64d8d0b93465f" /><Relationship Type="http://schemas.openxmlformats.org/officeDocument/2006/relationships/notesSlide" Target="/ppt/notesSlides/notesSlide31.xml" Id="R02615b65217841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f9e84f4d734760" /><Relationship Type="http://schemas.openxmlformats.org/officeDocument/2006/relationships/image" Target="/ppt/media/image32.png" Id="R1e59a187a7b94082" /><Relationship Type="http://schemas.openxmlformats.org/officeDocument/2006/relationships/notesSlide" Target="/ppt/notesSlides/notesSlide32.xml" Id="R8b130ab8568c4f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aa6a652de4658" /><Relationship Type="http://schemas.openxmlformats.org/officeDocument/2006/relationships/image" Target="/ppt/media/image33.png" Id="R39164ac8d0bc4927" /><Relationship Type="http://schemas.openxmlformats.org/officeDocument/2006/relationships/notesSlide" Target="/ppt/notesSlides/notesSlide33.xml" Id="Rdef42fef5a61489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e4ff8d24a0459a" /><Relationship Type="http://schemas.openxmlformats.org/officeDocument/2006/relationships/image" Target="/ppt/media/image34.png" Id="Rcc6aa57ba1394e41" /><Relationship Type="http://schemas.openxmlformats.org/officeDocument/2006/relationships/notesSlide" Target="/ppt/notesSlides/notesSlide34.xml" Id="R7aeec923278945a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a3bd9af0ae42e6" /><Relationship Type="http://schemas.openxmlformats.org/officeDocument/2006/relationships/image" Target="/ppt/media/image35.png" Id="R085b51fc13c540a5" /><Relationship Type="http://schemas.openxmlformats.org/officeDocument/2006/relationships/notesSlide" Target="/ppt/notesSlides/notesSlide35.xml" Id="R1bbec4d4003441f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287bacf444670" /><Relationship Type="http://schemas.openxmlformats.org/officeDocument/2006/relationships/image" Target="/ppt/media/image36.png" Id="R115e168616b2419d" /><Relationship Type="http://schemas.openxmlformats.org/officeDocument/2006/relationships/notesSlide" Target="/ppt/notesSlides/notesSlide36.xml" Id="R42bbdeb104bf44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146f9db5e4e89" /><Relationship Type="http://schemas.openxmlformats.org/officeDocument/2006/relationships/image" Target="/ppt/media/image37.png" Id="R067ba1ae4e904d68" /><Relationship Type="http://schemas.openxmlformats.org/officeDocument/2006/relationships/notesSlide" Target="/ppt/notesSlides/notesSlide37.xml" Id="R2f5ae4d6138f423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607f564c0a4d76" /><Relationship Type="http://schemas.openxmlformats.org/officeDocument/2006/relationships/image" Target="/ppt/media/image38.png" Id="R235c0641103b43cb" /><Relationship Type="http://schemas.openxmlformats.org/officeDocument/2006/relationships/notesSlide" Target="/ppt/notesSlides/notesSlide38.xml" Id="Rd36a111c48fb4d7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723963d35446e" /><Relationship Type="http://schemas.openxmlformats.org/officeDocument/2006/relationships/image" Target="/ppt/media/image39.png" Id="Red5b82da07264032" /><Relationship Type="http://schemas.openxmlformats.org/officeDocument/2006/relationships/notesSlide" Target="/ppt/notesSlides/notesSlide39.xml" Id="R79a8de1c95b5488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f5c9b1f2ed4a94" /><Relationship Type="http://schemas.openxmlformats.org/officeDocument/2006/relationships/image" Target="/ppt/media/image40.png" Id="R07b7d69d9f964c49" /><Relationship Type="http://schemas.openxmlformats.org/officeDocument/2006/relationships/notesSlide" Target="/ppt/notesSlides/notesSlide40.xml" Id="R1c8223ab37ec452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d0b80e2fbf4467" /><Relationship Type="http://schemas.openxmlformats.org/officeDocument/2006/relationships/image" Target="/ppt/media/image41.png" Id="R724864ada0f14d7b" /><Relationship Type="http://schemas.openxmlformats.org/officeDocument/2006/relationships/notesSlide" Target="/ppt/notesSlides/notesSlide41.xml" Id="Reeb9d9bf52a64b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1EE3E-CAF1-416F-9757-FDEF160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5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b7aa4f79b48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7C89E-513C-41A1-AD81-EF69C942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8C57AA26-D493-4A5B-964A-061358C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TRAINING COURSE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6E4EDA13-0C33-49C0-BC97-52C0CD11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09913-AD44-43E5-8999-171387D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5957E934-384C-4ABF-9C35-F029219E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prevention, evacuation and safe use of fire extinguisher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2495FCF6-2BDC-4735-AA3B-149B8B1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Training course for workers and line personnel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F7235-0FB0-4BF6-AB8E-40F758CD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A707A4-55FB-4786-9232-5331E5C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D918BF6-8A9F-442D-A5E7-5D94607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7a3c54add454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DC1C3-9781-4D83-AAA5-522DAA3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6DA2E86-5BBA-4BB6-8A64-5C2C1DB0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the course worker will be able to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E416D6E3-A644-4A31-8BCE-BBEB3AD2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B807-2B6A-4F04-9A70-E73111DE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1EC6BE81-39C2-42E0-B091-8F50F12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Name the first actions in case of smoke, burning smell, alarm or open fire.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8C3A5EFE-4EDF-4927-BFBD-0442399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966FB-FF86-4D67-9B00-76B7A76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CBE24CB8-C465-4553-9639-0EF389EC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Understand fire conditions, hazards, and methods to stop a fire.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D3F67868-7BFD-4C17-A789-ED0421F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68681-5018-4E18-8D75-6B6F568D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215CBF76-CA1A-46CE-A3ED-4D076596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the appropriate fire extinguisher according to the marking and evaluate the safety of extinguishing.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DF1E8FEE-62BE-4855-B12E-773BEFE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0B250-3A70-4C4B-8693-54DF3ECB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438D7FB6-4986-4438-B4BE-FE6F01CE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Evacuate, inform 101/112 and act at the collection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58C62-B6EC-4203-B8FC-736BD4C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D751D-CDDC-4BBA-8BF9-F098991C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50E7854-C8C1-4D97-983B-45F371B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Life and safety evacuation take precedence over property and extinguishing.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3FC15-2C50-4061-9D70-D8FDDCE1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0A42B8D-58A0-4730-80BA-75E9EA5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2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C896A3-9380-4230-A4DB-1B9DB827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A71CAAE-E7E0-47FD-91E5-90FCD42A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7fc4e6a23465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33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02751-CCDA-4B80-88E3-C616AD8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E68F226-1F9D-4318-8DC9-3EAC9C4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Course logic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A7AA30FB-0B8B-41E7-9400-152E67CA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38147-B5CB-4068-9E1E-5837710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A5A825B3-0DEB-45B8-9E26-B399C2DB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First actions and basics of combustion.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99934547-C163-4520-B995-DCC2D59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8448D-FA6C-46CC-A613-917A556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1B631C7D-F6BF-4E5E-8556-58C54B8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 classes and choice of fire extinguisher.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08E6BA8C-EF2C-4D2C-BC12-EEECEC7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900CB-CB6C-47A8-BC8C-4D28811C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8AA0A1A8-23CC-4AA8-9051-4921DB6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evacuation, message and collection point.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08888FC4-85E9-4CD1-B5CF-4CFD423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E097D-FE3B-4407-808D-2A4F093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7A38CB94-40C3-4349-A399-B90E94C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Prevention and hot work.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58B9DDD0-2734-46CB-BF4E-1C989737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E88AD-4436-4111-84FD-9063998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D8AC4BE9-D3BF-4DA0-9CBD-5B3AC34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Practical scenarios and final algorithm.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476FF-DD7F-4F42-BC03-EE15A82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C4119-B35E-4BDF-A226-37CC58A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COURSE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8ABCA-7548-43DA-8A9E-A9D436CE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semantic blocks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28507-6C3D-41C5-B47C-94F598D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6D43BEB-8F6F-4879-8B27-C0F07B4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5441B6D-260C-4D84-A3FB-D6DD42C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6f61d549e4df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C9249DF2-5E02-4B16-90BE-C6A4389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508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BFD39-E1F3-4F61-A350-852B1AE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5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faa32c08e43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808EFFD-A88A-47F2-9E85-15FF623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B4A72-54AF-4987-9FDA-CB9C477B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ABC5984-5BBE-492C-A215-B64824C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Signal and combustion basics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81792AE-850E-4084-BEBD-CAB8F28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If there are signs of fire, first warn people, inform them and begin evacuating.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42011-0CB0-4E53-9ABF-1252ACE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751D96A-F801-4589-ACC5-24638B9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4B9C70F-3681-4FDF-B4FA-30526A8F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2a3b4c53448f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9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9FF2B-1073-4607-94BD-BBEC431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13D0D07-8743-4197-98CF-0098603A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Alarm requires immediate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69832-82F0-4CD7-AC4E-9F655DC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811E0-1096-4258-B16D-2F6A3C6E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25DD7429-BCF9-45D2-85D0-4A5E48E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7166F87-9C5E-464A-996C-695F6489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B0C35D9D-D42F-4478-B9FF-98E6592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Signal and call 101 or 112 if required by role.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7507C-18C6-4763-A8B5-43F3286C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D1C487F-8E70-4EF9-B653-B8251BEE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2462A046-1E92-41C5-AD9A-48C1DFF1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Warn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0BE9CABC-FBF1-4C9C-BC9E-43CA79B9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Notify people nearby and follow the instructions of the warning system.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6E7D3-72C3-4B53-9C07-48BB006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19283DC9-0CCA-445D-82F4-EB7DCC55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0EEB6217-4DA0-4BDE-A0B7-43BBA08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Evacuate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33CF6EA-BB46-45A8-B082-FDAD422D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Follow a safe route without stopping for things.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0CB66-123A-479A-890F-B88C2F0B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CB14E0B2-53D0-44D7-997F-33FE561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0FA4958-3A83-48A1-A1D2-0AC6D1B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Get ready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C63F33C-AF35-4C59-BA3D-313B627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Arrive at the collection point, go through roll call and do not return.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7D7DB-B5B9-4C11-A86B-A7A96B5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784C5-66F9-4FE8-9066-A31878F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3744AC6-0F85-41E8-BCBD-689026D6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dangerous phrase “do not raise the alarm” has been removed: the alarm is raised immediately.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402E1-E342-4C87-9D72-FBF09EED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5395129-3AFB-4B04-A314-F9C2FFCE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 • Recommendations of the Ministry of Emergency Situations: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A907AC8-19C3-471C-9227-8ACED04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0D6EF45-AA4C-4A25-9DCD-D5C7F5E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98dd5b84441d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3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08B7E-0EBB-45AB-9B52-8EE7538C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6DDBB78-65CE-4246-95F4-7CAA5F83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 - uncontrolled burning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CF0F3-C851-44F2-B7DC-2321841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fire threatens people, property, operations and the environment.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Its development depends on fuel, oxygen, ignition energy and conditions in the room.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small fire can quickly grow beyond the stage suitable for manual firefighting.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Early detection and reporting shorten the period of uncontrolled fire development.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63A4D-0F00-44E9-9AA7-00D1DCB1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C5E00-7571-4EEC-8B88-73C2985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814B3BD-2976-45BD-B997-A4DB66E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Flame size is not the only indicator of danger; smoke may be more critical.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F047F-E83E-4AF0-A708-AFD31EC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1A1C599-9023-4283-9DCE-FF59F9C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1E2ACBE-8D5B-48E1-B1C6-81B7C56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e3c93985849e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01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284EE-07BB-46C5-9EA7-8B3D732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7D01630-812A-4433-9B00-8778C8CE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Hazardous factors act before the flame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7E5D0-E733-451C-A04F-F8BA32C7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risk /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DC304-FB01-4A27-ABF2-E247BAF2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9E5AA-9A15-405B-94A7-38EF556A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CONTROL 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A41A6-C449-45D5-BF9D-F5E7F55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B4672-999C-4ADF-8B58-2298B2A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Smoke and toxic 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21746-98E5-4A0B-96B8-678D049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Poisoning, disorientation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8D876-5DBB-4FB9-9C2B-9F4F7389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Early warning and evacuation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7BEF7-25C0-44FC-936C-CD1E09DB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8AC36-C337-4284-B450-C692B04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High temperature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C8C36-443C-4D3B-8211-E01BBAA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Burns and heat exposure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E0C6B-9C2B-4793-B5D0-06AD700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Distance and protected 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C7CD5-322F-4670-BA62-A694374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4B6B0-EE6D-4482-8889-03C8308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Reduced oxygen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0C085-10D0-431B-B4C1-19C0AF6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Loss of consciousness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ED96F-5968-4451-8D41-039B0F2C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enter without special protection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EB850-CD21-4E0F-8F14-CC573E0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FDB47-F0D0-4191-99C6-DE9DE96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Collapse and explosion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AA580-7FED-4527-8BBE-6C93ABE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Injuries and blocked exit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F6416-93AA-49C8-9E5A-62F7504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approach and inform the authorities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0A532-407B-4E74-AC6C-4B203BF5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 not return to a smoky room without special powers and protection.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0254A-BCF2-4EF9-9A39-1CA24068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C92C2C-918A-4B25-BDF2-D4A762F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472E118-B1E7-4AF2-8F66-C177F82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631c549fd437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35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7EFDC-1822-4D64-A338-4768D145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88826D-3A4B-4EF1-8B2C-3AF95EFC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Reasons related to source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E0ECC-B7C3-47CB-B07A-97297164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Faulty electrical equipment, overload and damaged insulation.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Open flame, sparks and hot work without preparation.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Improper storage of flammable materials and liquid spills.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Smoking outside the designated area, hot surfaces and poor cleaning.</a:t>
            </a:r>
          </a:p>
        </p:txBody>
      </p:sp>
      <p:pic>
        <p:nvPicPr>
          <p:cNvPr id="17" name="VISUAL_05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a72979e2f4e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2B3D375-38D7-4F28-A66A-F920F91C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Prevention controls the ignition source and fire load simultaneously.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8959F-9687-4DA0-8BA9-0CCF86A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2CA86F-5B53-4017-8141-9373B00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344524F-1E5D-4BB0-B031-595BA4E4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37914be9e4b9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50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CAE5C-2CD4-409D-947B-CF52692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3E1AB57-867A-495F-A448-91D4671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Three conditions are required for combustion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35095-21A5-4C51-888C-D034AA7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Combustible substance - a material, vapor or gas capable of supporting combustion.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oxidizing agent is usually oxygen from the air.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Ignition source - flame, spark, hot surface or other energy.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Control of any element can prevent the occurrence or development of a fire.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E5346-3F4E-477A-B6F6-EEAE4D40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4C0C-8CC8-4085-8AC2-D929C178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9B61688-E9CE-4581-B24E-7E5CD351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fire triangle helps to choose a measure of prevention and extinguishing.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5DC90-9AFA-4723-9116-97F3FAA4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CB1F118-CF38-443A-BDDB-524DC232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1EAC0EF-9D52-4193-8BB5-8350CC0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0ea55b009474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84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862F2-CE6F-401F-B5FF-52991C70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511EBA0-C58D-4871-9960-1C9C7A75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Heat travels in four 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A5EC-AC36-42DB-A63A-3E7D0A1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Conduction transfers heat through the material and connected structures.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Convection carries hot gases and smoke upward and throughout rooms.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Radiation heats objects at a distance.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flame directly ignites materials upon contact.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EBADB-8171-4130-B515-D977823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01640-43FF-4028-B9C0-AF352AB2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0F5B1EA-F08C-4266-A625-CF84CCE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closed door can slow the spread of smoke and heat.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E9954-B5D8-4AAA-835F-15FC49D3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0D61924-F60B-4451-B8B2-1F875B0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B41F14-F23A-4F24-9377-304323F6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ac223cd9c4aa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2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884EE-9DBD-4721-83B7-52EB770F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0625C6B-17D7-46FE-AEE8-F8833608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Combustion is stopped by affecting the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5EB8-21FB-4260-BB28-DD843E84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7FCB9-4177-4B45-A299-A84722F5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677C3CC3-D114-41FF-A326-459AFC37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D2904FFF-E7AC-4D6B-B843-9D318283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Cool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0ACA5CC-BD8B-463E-9DA2-BB027768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Reduce temperature with a suitable extinguishing agent.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6ED72-D48F-4214-A702-41027B33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F3BE3E7-62F5-4E8F-A1A2-94602D89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F278D293-E049-489A-A8CB-E148192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Isolate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1B2872E8-381F-4381-918A-C319B3C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Restrict oxygen access or cover surface.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209E6-A6F6-4E34-8780-D30C1D61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59ED2EC7-08EB-4340-A4C9-DE58389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AF0F9E2C-4EB0-42B7-AF41-1CA2B9B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fuel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EBEA4C21-942B-4892-AEA4-C82B4E9A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Stop feed or remove material if safe to do so.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E8F42-5163-4E46-BF33-E2D503DB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36D852CF-C636-41C0-B194-CC7D87B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5C10E2B-BAB5-45D7-AF5D-AA8AB7E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Abort reaction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7578F822-C7A7-4444-9A66-50C0FA1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Apply a suitable composition for the fire class.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089AE-0DA2-4B08-BE5C-F8FDD08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35A7F-0F9B-4B29-9994-0376B3A5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414313C-DFF1-430B-BEF6-E967E3F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wrong product can spread the fire or create a new hazard.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AF9D3-D947-49ED-8D89-C530630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B419C20-EDA3-4D25-8B20-36A9A04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7787480-FB15-40EA-ACB9-B61997E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3f3f65be1460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21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A7820-A433-4C70-8ED6-90ACE270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AF2922B0-FCC6-4F5B-8663-3E32F03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8869D-3034-45F6-ADF2-E95716B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869F61A-4FAF-4BB4-9D82-5BB3AB1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Classes and fire extinguishers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E8A4851E-864D-4DF3-AD52-88E29560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choice is made according to the burning material, the presence of voltage and the marking of a particular fire extinguisher.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267AF-B14D-4C43-82B1-F9D1064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75548BB-EE75-4FE5-BCAE-4B06D2CA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7C5C710-FA34-4284-B2DC-7EE9F57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c2c4c66cc488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264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874CB-8973-436E-AEF6-06D6FA5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404D616-DD4C-42C7-ADFF-E56814A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fire class determines the fuel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54163-5258-4790-800A-E7B8BF2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- hard materials, usually forming smoldering coals.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 - flammable liquids and melting solids.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 - flammable gases; D - combustible metals.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For live electrical equipment, take into account the electrical risk and the marking of the product; Class F applies to edible oils and fats if it is provided for the facility.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EFE3A-C311-49D3-A2BF-DEA5CB32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8A036-7870-4DD0-9927-8B2BD150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237D520-53C1-434B-A6F7-9794BC0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Case color or foreign label does not replace the class designation and instructions.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113F5-B9B9-47BD-BAC7-51581EB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455F707-1E1D-4E93-BEF4-0D301C0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1F0B6F4-348A-4AD1-A52B-269F3017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2292DEC-FF5A-4D42-A241-EDF3D0D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0455e32e04e5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672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4E9C5-D769-404F-90B9-759F039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9DC051-55C4-461F-BEA5-FB24899C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Voltage limits the choice of remedy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3BFA2-DEC1-4808-9375-F7A3DAD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75288-3347-491D-A311-6839FDD6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47847-7A60-4100-93D9-D6BDFBDD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BB27A-2410-47C3-90DF-6797258F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If possible, safely de-energize equipment according to established procedure.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apply water or foam to live equipment unless the product is specifically designed for use.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Observe the fire extinguisher markings and the manufacturer's safety distances.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After relieving the tension, consider the class of the material actually burning.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97790-7915-4A30-B730-93E1F11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The equipment switch does not always guarantee the absence of voltage.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7993F-582A-4CF1-8D89-7732CF10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2BE12A2-EB0E-4AD3-9423-864DE5D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5158F6A-08FF-4944-A7B6-4F78FB5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16adba35e48e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2B7A88BC-03D5-4065-9A27-5967C57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3077993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153A-799D-462F-92BE-469E3E21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3D30BE-9E87-477A-AC87-9B550DA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Choose the Fire Extinguisher for the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98668-7228-4A23-9AEF-B870A5D4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Water cools and applies only to suitable materials and conditions.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Foam insulates the surface of a flammable liquid, but has electrical hazard limitations.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Powder is universal in many classes, but reduces visibility and contaminates equipment.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Carbon dioxide does not leave a residue, but requires consideration of suffocation, cold bell and re-ignition.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C9399-9017-4D8C-8B00-D315B8C4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9E22C-E71F-4EA9-BE93-41EF61F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0AB5CA6-32F8-4AC5-ACD7-9CA2F32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Choose according to the label of a specific fire extinguisher, and not according to habit.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2B2EC-73AA-4E46-A753-4C1F642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0246AFD-4796-4D64-AF94-E3FDD82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0D4998-32E9-4091-ADE9-F9A34590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FB09738-287B-457A-9A95-45134953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ae0b3609e4b7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31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9E491-CBEC-456B-B584-D482D59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9A21ADA-415D-4273-A18A-508F35B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Each type has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EF8E-BA8D-46FF-83B7-6ABEDDF6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risk /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89B73-0150-431D-BA94-45E944E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CB6D3-EA98-4ACB-90EF-9D4B6B8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CONTROL 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600AD-D958-4B95-AEAA-BBB35B4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18F53-9578-445A-BE6C-1BD9600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2EEEE-2C01-4BDB-B36C-9B4FB9CA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Electric risk; reaction with individual substances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4E04-5562-4312-B901-73FD2FA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only as labeled and after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74A58-5677-4F67-BAE8-ED9481AF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4A7F5-9ED8-4BE5-9E67-2F90E611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Foam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986F5-85AE-491D-A0D9-14F45BD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Conductivity and incompatibility with certain fluids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5AC95-06D4-43AB-B0B6-1BD8A7C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use outside the designated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C8DA6-9521-4D55-BF6F-E839EE0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A447F-C8B0-45F9-AEB0-CDB54F5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Powder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07628-DAFB-4674-B63B-5F47330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Dust, loss of visibility, re-ignition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AFD08-4D85-4357-BACF-E55C96D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Maintain exit and control the outbreak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65CC4-5693-4D03-BBA2-A8CED4D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9D3E0-E902-45EE-962E-6A9127A6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280BA-EB8B-4E38-8E99-03BAE9C8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Cold burn, oxygen displacement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83261-368C-42B4-98B6-D604A1F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touch the discharge horn; ventilate the area safely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9AB0F-428A-46B8-A965-832B07E7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Fire extinguishing ability does not negate the danger of the extinguishing method itself.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72342-3F2A-4931-861E-89B6BA3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6CC5D06-7948-4A5E-9100-2C92AB0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11D3744-56C4-4D6B-9AD2-45AAA23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36dde6f6c4e5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119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F5FAE-EA8F-4AC8-948C-2D2F58F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7D929FF-D0A0-46C3-9DF9-782EB68D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Marking contains a solution for the employee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A2C47-0437-4866-90A8-3451453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the type of charge and the designated fire classes.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Read voltage, temperature and application restrictions.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Make sure that the instructions are readable, the seal is intact and the service period is valid.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If the labeling is unclear, do not use the product at random.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59C32-E4CC-4A71-B3FC-C971E6F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7B208-B13F-4BDA-8A8E-702F41F6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ECBB226-0CFA-4843-BA2F-EB32972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old foreign color scheme is not used as a mandatory marking for Kazakhstan.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DD811-27D0-47CA-B7C7-217F1E23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11FA37C-AAE5-4D90-874B-707D5CE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69F21E-0DF9-48A7-AAFC-4376236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C4751C3-2B09-49FC-A683-0A82984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0af3ec5af4eb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3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AFB2A-5EE0-41AD-A8D4-7C6F439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981D92A-72A3-4D2B-B03A-17D5419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External verification takes a few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94DEB-C46F-44D0-8DB1-BB45571C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E6C19-C0D6-4EF6-828E-7C473DE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725DCCC8-7A5D-45AF-A507-99CA99C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A5FA74A8-4CEC-4DB3-B1DC-EF8B1F0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806958E5-CDAD-4264-9D86-63419EC5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extinguisher is visible, marked and unobstructed.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B4E36-D562-45B6-A026-1191412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32964831-711E-4549-88BE-AC5955A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63447A6-CF73-4EA6-8ED5-5B82DCC0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0B84306-81DE-4103-9365-AC73982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body, hose, discharge horn and handle are free from damage and corrosion.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7E3FD-2CF1-4DE1-88D5-EC79E49D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2F2EB1A-F218-43BC-A681-6D9A6FE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32F718FF-18E7-402F-BC57-74BF8EFC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601D989A-6FC4-4DC2-A341-41E4A4C9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seal and receipt are intact; pressure indicator in the permissible zone, if available.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87051-8DD5-4725-A6E1-6598C16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A1819569-4B97-4A68-9129-40851A0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4DD938F-DA4E-4687-9180-FF3566BE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687A5E14-019F-493D-A5B2-70382E2E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Marking and inspection mark are legible and valid.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4D115-28E2-4FA7-AAC5-A4BA99B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496E4-7DB2-4006-8C65-CB3A14B3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3585CA9-A54D-4912-B20B-0B0D076D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Damaged fire extinguisher is not checked by starting indoors.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95FD8-A115-4B2C-B44D-567C45FD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A237531-10ED-41F7-BBB3-19432A0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2B59E38-B7E0-413F-B7EB-A397A06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FB6082-26D6-4AFB-9596-FF3ED0E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703bb0efd4ac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489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80FF8-CDB1-423F-9EDD-6CAF931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9FC21F8-65A8-48D1-B693-27C4F89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Accommodation depends on room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450A7-8EFD-4D0D-B186-7329D24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Maximum distance to a possible fire: 20 m in public buildings.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For categories A, B and V1–V4 — 30 m; for category G — 40 m; for category D — 70 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Extinguishers are placed in visible locations and near evacuation exits without obstructing evacuation.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top of an extinguisher must be no higher than 1.5 m; when its total mass is 15 kg or more, no higher than 1.0 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DF739-DC09-4A7C-AEE9-7A60B88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123A9-BBC3-4AD9-84CD-6C1744D8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408E310-143C-4FD7-880B-6E728CD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universal “30 m and 1.1 m” from the old material were erroneous.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863D3-B1F2-4A0F-8932-BA626577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3DFC42D-95F5-48CC-9F51-A8DA6136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rules, annex on primary means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6D7A531-E686-4738-86A8-6D97FE6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BE8A6D-BDB3-4AE7-A6F8-D5E32E5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9a6d3958c46b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34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C76BB-04C5-4E5C-A783-A19D92B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DF8D1AB-E7E0-4221-8BCA-65AE3D7A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First decide: put out or leave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0360C-FE8A-4BDB-9D58-A0048B3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DA6C8-D733-4B4F-971A-06F9503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87478-1451-4AFB-B0A5-416EF1B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4B09D-5516-4A42-805B-7BCA62EE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Firefighting is permitted only for a small incipient fire and only if you have been trained.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serviceable extinguisher suitable for the fire and a safe retreat route behind you must be available.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There must be no dense smoke, explosion hazard, toxic release or rapid fire spread.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If any condition is not met, warn people, evacuate and notify the emergency services.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87C8C-9DB4-497A-9B7A-59C047B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fire extinguisher does not oblige you to risk your life.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39A33-128F-49F7-8FFE-500A1D9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6EC491C-38DC-4904-824F-2CD3AC6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Recommendations of the Ministry of Emergency Situations: do not endanger life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C7F1A9E-2834-4D5E-9D10-0F8ABB3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7B8791A-5282-4946-B6D4-8A5BDB78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7f786b8464a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4B28BE07-8E46-4C44-B978-4217B5F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8631708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255AB-A8AB-4D7F-9027-02B17BC8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644BAB2-2021-4068-99B0-5C5FEB58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 extinguisher are used steadily and precisely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83E0-9C2A-4510-A88B-92C2326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B3EC8-AF53-4CB7-B02E-B17097C8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E1925D5-109C-4553-8100-052B5B8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9B0C994-5983-4188-85F3-0073595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75166710-823C-4036-A2C9-6DD1F096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From a safe position, remove the seal and pull out the safety pin.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D07FC-405B-4414-A6CF-FE1DDDD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673F5172-186A-4DF7-9C91-DE855D3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2C7FA4AD-5EF5-478B-AEC4-C33CF4B1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D25B2CB-210D-4CB6-8758-5BBDB7F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Hold the nozzle at the base of the flame, not into the smoke.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3A9BD-ECC3-4AFE-961B-CC4380E0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7E575D33-CAF7-4A60-AD3E-4B844B76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3F5CFB3-ECB2-46E2-821E-0B25BB57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FDC55C35-3D86-4254-99A9-DFC30F5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Press the lever and dispense the mixture briefly or continuously according to the instructions.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FB82B-69EF-4091-B53E-4AC46B98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632D225F-FE55-4433-9BB8-1F56693C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33016822-4DB6-466B-9A8C-7D0EDF5F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981FA8C-5D1E-41BB-AD9C-FCE0084D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Fight the fire systematically while keeping the exit clear and monitoring conditions.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56E7A-6A27-4625-B806-4AC89F3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8F970-2779-487B-8404-69582F9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1CD0D75-AE63-493F-BA4A-883BC4CB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specific sequence is specified by the marking of the fire extinguisher.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68A8A-258E-4D59-BC95-3DCB448D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B5C48A0-E7CC-466B-B0A5-58480701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1BF3746-5A9D-4B1B-A835-CB062D30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f436e31c047e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998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A8F2A-9FD9-4CD5-88D1-83AE83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12ED5AC-4EE8-4830-8AD0-B50AA9D9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escape route remains behind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D2EB-B325-4E62-8558-5A417D9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Approach only as far as the instructions and thermal exposure allow.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walk into smoke or allow fire to cut off your exit.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Consider the direction of smoke and wind, do not stand in the emission of combustion products.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Retreat immediately if the flame grows, visibility deteriorates, or the charge runs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72BA2-159A-46E1-A2D8-1C104D20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F5215-4D5E-4BCD-9CF0-9795893D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D701E78-E041-436F-B80E-D3D37ACB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position of the worker is more important than trying to get as close to the fire as possible.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022C5-ABD3-44C6-AB7C-38A266E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1608A47-FCE4-47FB-A7ED-196AAEA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46ED1A4-FE03-43B2-BC92-02CFE12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581f9dd7e4d2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98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B2FE0-40C3-480D-9F4D-448269B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9827392-D843-49E4-9E1B-CDCD8855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Extinguishing is stopped when control is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60CD7-9FAA-49DA-BB98-A938F580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15055-C326-41FE-ABC5-E34B62DC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5345F-70BD-4A9A-B4CB-99AC233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6648-E688-4A21-923B-21A3F105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Fire spreads beyond the initial seat of fire or upward along the structure.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Smoke becomes dense, visibility deteriorates or the retreat route changes.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Gas, explosion, hazardous substances or concealed combustion are suspected.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extinguisher does not operate, its extinguishing agent is exhausted or the wrong extinguisher was selected.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1EF30-3CD9-43C8-B1A7-57A0996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Retreating on time is a professional decision, not a failure.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E8B4-CC1B-47D6-960A-7C2D11E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91C164-D9BA-4F9F-9D78-EBD5E4D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B156A9E-9E98-494E-A471-A58B28C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46a049f9b418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CCCED173-90B6-4FEC-A641-59C088F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5764109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23BA7-4029-4E02-A80D-4092980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5_s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c350e129b47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1FEBDD49-BD55-4FB0-BD8B-29C615B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F42EA-B6D0-407C-9A8B-5959F3C4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3F0668E-E1DF-4B2E-AD9A-E036BDA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evacuation and message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16A10BC9-5469-43AC-BFA7-361B590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route, communication and accounting of people must be clear before a fire occurs.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9C0C4-1C9D-4310-83D2-BAE0486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5642835-6871-4A7D-A692-FBE9E27A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A6FECE7-0D8E-46AC-83CC-65FF325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f43fe0ad642c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042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FDF37-0212-4552-8419-370EAE76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BB0164B-60F4-488B-A944-FAD9143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Evacuation routes are always clear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772A-5D9A-4879-8601-FC6FF9A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Passages, stairs, doors and exits are not cluttered with material and equipment.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Doors on the escape route open and are not blocked by improvised devices.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Signs and emergency lighting must be visible.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faulty or blocked path is reported immediately.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2EB44-0088-4499-B689-D9A4B01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ACD8C-E5C1-4D6E-B228-4069BA17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D2D48CC-E569-45AD-960B-7FC91B8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escape route is checked during normal operation and not during an alarm.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25707-BF46-4FBE-AC06-0F60AC51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BA27887-06B5-4D50-9C2C-A64B110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DF1091B-41C0-401D-9750-ACE5C48C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79C3857-0196-4F9C-9CA5-6A593E6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661386cdd4a6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76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7A82F-3788-4E83-B314-2E655FE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43BE13C-75EA-45EB-9535-48273E0F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You need to be able to read the evacuation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8947-3FF4-4DF1-9915-4449C75A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Find your current position, main route and alternate route.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Label manual call points, extinguishing media and collection point if shown.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the plan against actual doors and passages.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Changing the layout requires updating the diagram and instructions.</a:t>
            </a:r>
          </a:p>
        </p:txBody>
      </p:sp>
      <p:pic>
        <p:nvPicPr>
          <p:cNvPr id="17" name="VISUAL_05_s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e8c36aa254e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2D509E4-D876-450D-8B2C-F7CEBF3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plan is a route hint, but the solution takes into account actual smoke and obstacles.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CC261-7B1B-4536-8BD9-A22978A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1AF83F3-B4B9-4782-A8A8-83B1C54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501C1F-6A79-4047-B59C-FA9B853F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f73a32c754bf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64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82C4D-1BAF-4944-BD83-ADA0916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917E50A-DAF4-4D90-B7C9-B6999AF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calling 101 or 112, tell the main 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8BC5-0AA7-4045-9173-F462615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30D1C-B07E-4AF7-AA3F-B351848C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81865AAD-151C-4645-BFE1-ADC08C4B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9820129E-D4CC-45A0-968D-39075E85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48B06FF-BBF0-4E08-9784-1584D5F9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Object, site, floor, landmark and safe entry.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D40B1-74B4-4DC3-9888-AAA9C8E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C0EBDC03-AA88-41B7-85CE-A6FEDD70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C1AF16D-1D2D-4305-8F81-21C1AF77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What's burning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BB400A7-639C-4176-80E3-F0347B6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Material, equipment, premises and visible signs.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8E955-CC05-4AC2-BF5A-68A351C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A09941E-122D-4615-84BD-36026AD7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79F3DE8D-CA42-4A38-8DFA-88C3C74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People &amp; Hazards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31C21257-1295-416C-BF43-FBE38CEE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Injured, trapped, gas, cylinders or chemicals.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F4F70-6CDF-41D4-AC36-A147881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D31A3A1D-7B6E-42D8-817C-7E2BF645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FA2599AB-5D7F-431D-9875-9E8B5034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ED9FD91-674D-4E61-A094-158096B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Name, number and who will meet the arriving units.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52082-4908-4264-A481-AAAAD053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C17F6-0ACC-43CC-B84F-4D82674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C89A4A6-F54F-421B-A069-6A83AFB9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 not end the conversation before the dispatcher and answer briefly and accurately.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CE876-E0BD-4A7B-9A39-89013FAB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32042BC-01EB-4BD1-A2E6-5EB07CA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Recommendations of the Ministry of Emergency Situations: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4E234DE-D1C5-4565-A928-13B3938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0812404-BAB4-49A8-8023-A6FFD83D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b89e23cf64ed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594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D169-2611-4E93-B9B9-95281C1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5001662-BBBA-4B5B-9BF9-EECC1F9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Get out quickly, but don’t panic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F8689-0FFE-4A24-B829-F19E2DC5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Leave your personal belongings behind and take the nearest safe route.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Assist in assigned role without creating cross flow.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Close the door behind you if it is safe to do so, but do not lock it.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elevator is not used unless it is intended for evacuation according to a special procedure.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3A56C-AADB-4410-9C83-EBBECD2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50640-B86F-415F-B646-00C5262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4A98472-A5F3-4D7F-A26B-12B618D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closed, unlocked door can slow the spread of smoke and fire.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88DF2-4278-49A2-8EA2-8243B16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A0D5AD-F484-428B-AF94-7E7DDA90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A7CA45F-9FB8-4683-8630-E74BC333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c4244586b4fc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617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E219C-DA0C-4CAF-A5BE-3FFC1290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C8CDC26-95A1-4A58-9D12-FC3520C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 collection point is needed to count people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47E12-888D-4047-8EE4-2A0AE370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Arrive at the designated location and remain with your group.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Report yourself to the person responsible for roll call.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Provide information about the possible whereabouts of the missing person.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leave the collection point or return to the building without permission.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71A4E-D336-4CDC-B376-EA595A5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BA80F-141A-43A7-89B2-8E3173E1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957C9F2-467C-424B-92FF-DCB996E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Unauthorized departure may direct rescuers to an unnecessary 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D445-7C66-4B96-95B6-7995955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B79D2E4-1B0F-460E-9DD3-AB24342D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BF2A50B-43F2-4957-A3B3-CD3AA5AB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0199767ef4b1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371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27F8B-8C57-47C2-B358-1E0DF43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5F4DBBB-C7AF-4A31-B15C-BD04F5BD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Re-entry prohibited without permission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FC3A9-52B9-4E42-BD38-E70B412E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242DF-5D2B-4F47-9319-9FBAAC6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7201-609F-4506-ABA0-773E994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1C891-DD7C-4A8C-A7F0-FE14271F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return for documents, a phone, clothing or tools.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re-enter to search for a colleague; tell rescuers the person's possible location.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cross barriers or obstruct access for emergency units.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Re-entry is permitted only after official authorization from the responsible person.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C4379-720D-43DD-9B74-B04C3616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Even if no smoke is visible, toxic gases may remain inside and risk collapse.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D8586-51E5-402B-8438-873D04A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19DBDCC-F81C-4871-BB2F-FDCE463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F245DA6-8189-4056-A0BA-9944F39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fb4d83017474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7EE89F63-E553-4726-890A-AE2F92D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7259499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86FDD-142C-4211-AD72-85DD343A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24871C6-10AC-44A9-B1EB-1424124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A3A2D-A4CB-4BFB-B17B-29DE910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9D5E4D9-3D70-44A0-9E4D-EEED183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Prevention and hot work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5ECDB33E-60FC-4262-A916-4EB9B955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is prevented by daily control of order, electricity, flammable materials and ignition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3B45D-60E0-4FCE-B117-0ECD4CA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3D5DCD3-ECC0-490E-A96A-294B2492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3394FD-5EA2-4E4D-BBA9-83167F91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64d8d0b93465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482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A2BF0-82C7-46E6-9903-7E1B5CC4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D0A1E9-7C2F-4AB5-B24E-9AAFA811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Good Housekeeping Reduces the Fire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80D6E-98C1-45BE-B32D-8CD5311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Combustible waste is disposed of regularly in the provided containers.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Passages, exits, fire cabinets and fire extinguishers are not blocked.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Spills are cleaned up according to procedure and contaminated materials are safely contained.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Temporary storage is not converted into a permanent warehouse.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FAA7D-A3DB-4999-8AAC-C00C0A55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1637-AB2A-4414-9FA0-155B70F4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BD02772-319C-4766-AC5B-9C5B44B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Cleaning is an element of fire prevention, and not just external 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4E548-DE90-4B75-AA23-F951821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A3DDA7F-2BA3-44AE-B718-398488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D6B18B2-C3D2-44B6-A578-5C2DF68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14BE8C-CF8F-4BCE-B02F-A55EEDE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9a187a7b9408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935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98822-F5F8-4311-A570-49338273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D08D51-CC3F-48B0-86D0-C386A1A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Electrical fault is not masked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54E08-6C41-4DF7-B29A-F9CA9E7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overload the network or use homemade extension cords or connections.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Damaged cable, heat, odor and sparking require disconnection and reporting.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equipment is turned off upon completion if this is provided for in the instructions.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Electrical panels and protective devices are kept accessible and closed.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EE318-6388-4A25-8EC5-0E58853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83CB3-5AE5-43F2-940E-F864059A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816957F-AFBC-49BC-AE3E-938177BB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Re-enabling a triggered protection without finding out the reason is dangerous.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02474-6452-40E8-9698-D747161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C17CA52-7001-443F-932F-ADBDF818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859F38B-F36A-4925-80AD-B8A6040A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78EFCB5-3B0F-438C-BB15-3034D32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64ac8d0bc492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919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1A6D8-D91C-4ADF-A384-C8F667F4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52F6B6-A2B5-4F21-BDB4-B0290EB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Store Flammable Liquids Under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FF0E-E597-4601-BD44-56D3CC93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Use compatible closed containers with legible labels.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Limit the quantity kept at the workplace to production needs and local rules.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Prevent heating, sparks, spills and joint storage of incompatible substances.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Prepare ventilation and emergency spill-containment equipment in advance.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0DF4C-EFF2-4FFB-B86A-D3DA276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3BD72-ED3F-43AF-B973-4B97DEF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FE84F6B-8807-4B47-B6C0-DE4B2A5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Liquid poured into an unmarked container creates a double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FCDB-8EA6-46F2-8D03-9DA8E1C9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6BCA834-E69D-4348-B1E2-213D36D7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EFE0716-AE5C-48ED-A8BB-9EA73756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DAA5667-6783-49E8-95A0-7D9D710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aa57ba1394e4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9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70FD-1428-47B8-A72C-9D3DD771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199F8EF-9985-4AF0-B6F7-0C3423D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Smoking - only in designated area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C2199-4D8A-4A7B-B4F5-268CAF89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location is designated and organized taking into account fire risk.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Smoking is prohibited in warehouses, production areas and other places where it is established.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Cigarette butts are completely extinguished and placed in the provided non-flammable container.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Electronic smoking devices are also subject to local mode.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24E55-7723-4398-9A08-2F3C639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60968-28BB-46CD-8531-2871E90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D42F14B-5797-4C13-A711-0B038376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absence of an open flame does not mean the absence of a heating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6EAC0-C676-457B-8052-4029261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2926ECB-6A6C-4D0E-86E8-975595F1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589C641-C15D-4E18-88CE-44B9BAF2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E1D189-AEAD-4793-8D25-0031900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b51fc13c540a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663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0E73B-FE32-4FDA-AAA7-0EA435A8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DDB3C4-8152-4DAA-9B95-270098D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Prepare Hot Work Before Striking an Arc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73407-6BAA-433F-BDF7-C34C16B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DCB45-F229-4BDC-9C79-9C8397F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E420400A-65AA-45DF-A173-CF9E1A4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CC9E5A0D-C276-4668-815E-A21D90C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B226CFCA-27D6-4860-9A6C-7C7B824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Determine the place, permit-to-work, responsible and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B15D3-14D1-4BF8-AD0D-BE3A01F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0CDBD3D-D9D2-4B0D-A469-4F80B37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4CAFDC79-6364-4307-954C-992E1953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BDC8D70-9B84-4386-854E-65A172E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Remove or secure flammable material, isolate equipment, test environment.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A63AD-54C8-49B2-AED3-A45CBB7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589197A-EB8A-4D25-8683-9698BE0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2124E3A7-38A7-440F-ADB0-2DD8AD9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Provide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8C566DF6-4355-4900-BAB1-524DF57C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Extinguishing media, fencing, ventilation, communications and surveillance.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EB9AC-77D8-4E5A-B1D4-E2D1390D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FA9C2154-BFBD-4A76-80FC-1B717605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7AB09446-0756-4FB2-84E6-2499A676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DB9AD223-DCD5-4200-A5B9-11A5864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Monitor during and after completion in the prescribed manner.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C8B5F-CC9F-4112-A822-E898A6B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3FBC0-7D2A-40D6-9AF0-A09E164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E1AB33C-2B5C-4A87-B103-CFAFC52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portable screen is not a substitute for the removal of concealed flammable materials.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DBFF0-48D6-4ECD-8F07-11B25F4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1E45D9E-712D-4DFE-BEC5-ABEEB9E9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3CF8235-6079-4419-B1B6-A29895A6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8CE07FF-53E5-40D5-AC7C-A9965AB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e168616b2419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805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F764F-FE7B-4F76-9980-9590CCB7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CD280C-6E16-412D-A9D1-68DBEE3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 Watch Continues After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82E5D-A332-4493-B284-CD2965B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fire watch monitors the spark area, concealed spaces and adjacent rooms.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fire watch has communications, knows how to stop the work and knows where the firefighting equipment is located.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Fire-watch duty must not be combined with another task that distracts from monitoring.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duration of post-work monitoring is set by the applicable rules and local permit.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85556-A099-41F9-8399-6D86491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C3F4C-3B25-494B-8075-D7B8E4D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008BFF6-E969-4DD7-A9E3-939CBED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Smoldering may be detected after the welder leaves.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49FF-A26E-4ED2-80C0-D9412D5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AC1A597-E147-4D59-9C3C-F09CE1D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8DBA7DE-517F-4C00-8651-AFC9104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5CD1EFF-D283-4792-A437-F2912F8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ba1ae4e904d6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216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A84C9-38D5-4DB5-AFD5-B16CF91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D893A4D-DC98-4CEE-8307-9AD9992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Smoke or a Burning Odor Calls for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DAFC4-0671-4AC7-A26A-AF744A88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8EA94-C1BD-4595-9148-62CE33A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1D907B73-432F-4383-B793-C065917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16AC7C84-F4C2-4A31-9D4B-0C38615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Ignore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AD2168A0-873B-415B-9EBA-40B25FA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Stop the safe operation and evaluate the exit route.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94156-C2BD-4FA4-82CD-349EC3EB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20C11D5-6411-4A80-BD7B-9BF50068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9EFF0447-468E-4A25-A13C-307F8E71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Give signal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669CBDC-94DC-4333-8BE9-579CE875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Warn people and report via 101/112 and local scheme.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82CBD-4A5E-439C-9D5B-CABD9C11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3DA2825-5F10-42A2-9DB1-0FC2C58B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1D63D44B-76D3-4C1E-AD72-175994D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Evacuate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913CF43F-7B3A-4F8C-9D97-3DE3898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Drive in a safe manner by closing doors without locking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9B23B-A58F-4F77-9FB3-A2FB7567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C91F5C2C-4CD9-4408-97CD-1B0D9CB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9B0A1AC8-4322-46F8-B323-9E742A0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Send information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673B62C3-3C45-481E-B4FB-06D5714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State exact location, signs and possible hazardous materials.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93428-21A8-4235-B3EC-B4F3DC2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48685-F28D-4E01-874A-F0FF38D4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73C0FCF-6A71-4AB1-ADF4-28B7FB1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 not wait for visible flame or repeated signal.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3E776-AA4C-4BE6-81D3-5033278A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6743B28-CF4A-4A5A-88FE-F5F194EF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Recommendations of the Ministry of Emergency Situations: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C41BD3B-A31A-44A8-9DAF-78E14CA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5CC76AD-A50E-4199-A49B-6C42B20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c0641103b43c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563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0E6A0-F817-42EA-8695-DA54FDF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598BBB1-8A33-43AF-857A-A05B8EB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Scenario: a basket at the exit caught fire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BE215-9095-46DE-A8FE-8845206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8F7EA-F82D-45D6-85AB-D96DBEA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9BC48-455A-4915-A1C8-F33538E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Assess the situation: the fire is small, but it is close to an evacuation route.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Raise the alarm and help people leave before the fire can cut off the doorway.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Attempt extinguishing only if you are trained, have a suitable fire extinguisher and have a clear escape route.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If smoke increases, withdraw immediately, close the door without locking it and proceed to the assembly 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667A1-2E9E-4EAD-BCE4-E165A61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AFE23-B14D-4BB3-AA4A-6B0564C8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2DF66A2-1C10-4671-BD87-0DEF498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exit should not be between the worker and the fire.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BE848-222A-4392-BE63-5805E18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5D4C954-E2D0-4505-B121-32BD46A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478EE19-60D9-4BE9-8D46-339DED7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b82da0726403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964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3FA6A-BCC1-4646-8D4E-6829674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1C846FA-AA53-47AE-93B6-DF8905C8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Scenario: Smoke from electrical panel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7B546-F530-4CC8-8E4A-3C8CA395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8365A-A5E9-4047-9A62-EC335DE0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5218E-6D1B-423C-8934-6A6E159D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open the cabinet without authority and do not touch the cabinet if voltage is suspected.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Sound the alarm, notify 101/112 and arrange evacuation.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De-energization is carried out by an authorized person following a safe procedure.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use of a fire extinguisher is only permitted if it is properly marked and has a safe escape route.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5BCC0-DBA2-4DF1-8736-389393EE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2F8C2-07B7-4D60-80F0-FC6DE19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87A1EFE-91F7-4A5C-BB0C-F4F2BC6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Latent electric and arc hazard may be higher than visible flame.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16878-7C98-4D94-95A1-B41F4B3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F6DDA16-B7E7-48A9-90BA-AC900BC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fire safety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A3D5B10-2C13-490F-B448-B9D2E935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7d69d9f964c4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808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9813F15D-0CF3-4891-8DC8-456C8760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algorithm in case of fire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B44EF-DDC1-46BD-AEC5-E2E2F234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E99E-C72A-4B32-AA14-34229D0A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AE00B-112F-40E1-B264-ACD7FAB3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Report: alarm, 101 or 112, exact location and dangers.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45696-084B-4477-86A6-D2B3F9ED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4EC9C-7DF7-4D31-89F8-B7FF7C4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CDD1-29BC-4B29-A982-64136D2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Warn: people nearby and responsible according to the local scheme.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31880-7C8B-4987-BFBF-495C9683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B87C3-B94E-4E88-9EF5-76A7911D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9DE9B-0DBA-43B3-91AC-E324364F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Evacuate: safe route, close door without locking.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BC063-A49A-4105-96AB-264ADED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EE0F5-01DB-44D0-8F09-865A4BB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F815C-9C3A-4F01-A946-62A23AB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Gather: roll call, information about absentees, prohibition of re-entry.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14EAB-2420-4298-8711-C063E7D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9189A-8F79-48BB-84CD-0F3A895A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6A2AE-08A3-431C-A014-FA0E728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Extinguish only the safe initial fire when all conditions are met.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C85AE-E415-4C6C-AB8C-2AB71BE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“Start Test”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768CC-4C86-4D6A-B829-079E6C2E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Updated: 08/21/2026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864ada0f14d7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98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2026-09-01T18:08:16.5820000Z</dcterms:created>
  <dcterms:modified xsi:type="dcterms:W3CDTF">2026-09-01T18:08:16.5820000Z</dcterms:modified>
</coreProperties>
</file>
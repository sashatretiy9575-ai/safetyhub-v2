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ea04df0b2649b1" /><Relationship Type="http://schemas.openxmlformats.org/officeDocument/2006/relationships/extended-properties" Target="/docProps/app.xml" Id="Rf8cde705e07c40cb" /><Relationship Type="http://schemas.openxmlformats.org/officeDocument/2006/relationships/officeDocument" Target="/ppt/presentation.xml" Id="R06a41659150547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64c4d1fa984b01"/>
    <p:sldMasterId xmlns:r="http://schemas.openxmlformats.org/officeDocument/2006/relationships" id="2147483650" r:id="R50192896fdf14686"/>
  </p:sldMasterIdLst>
  <p:notesMasterIdLst>
    <p:notesMasterId xmlns:r="http://schemas.openxmlformats.org/officeDocument/2006/relationships" r:id="R15f584f90c5d49ef"/>
  </p:notesMasterIdLst>
  <p:sldIdLst>
    <p:sldId xmlns:r="http://schemas.openxmlformats.org/officeDocument/2006/relationships" id="256" r:id="R892e0a69c53248cd"/>
    <p:sldId xmlns:r="http://schemas.openxmlformats.org/officeDocument/2006/relationships" id="257" r:id="R8f3a84c545614061"/>
    <p:sldId xmlns:r="http://schemas.openxmlformats.org/officeDocument/2006/relationships" id="258" r:id="Re6a374957ed4449c"/>
    <p:sldId xmlns:r="http://schemas.openxmlformats.org/officeDocument/2006/relationships" id="259" r:id="R02589f44c3464763"/>
    <p:sldId xmlns:r="http://schemas.openxmlformats.org/officeDocument/2006/relationships" id="260" r:id="R269e9468e8fe436c"/>
    <p:sldId xmlns:r="http://schemas.openxmlformats.org/officeDocument/2006/relationships" id="261" r:id="R9fdb55eedf6e4220"/>
    <p:sldId xmlns:r="http://schemas.openxmlformats.org/officeDocument/2006/relationships" id="262" r:id="R8e1060a669254d32"/>
    <p:sldId xmlns:r="http://schemas.openxmlformats.org/officeDocument/2006/relationships" id="263" r:id="R88d749bff60f494c"/>
    <p:sldId xmlns:r="http://schemas.openxmlformats.org/officeDocument/2006/relationships" id="264" r:id="R44455a66e74140dc"/>
    <p:sldId xmlns:r="http://schemas.openxmlformats.org/officeDocument/2006/relationships" id="265" r:id="R65dbfabdfc8d49e8"/>
    <p:sldId xmlns:r="http://schemas.openxmlformats.org/officeDocument/2006/relationships" id="266" r:id="Rbae3c71e41ad4c37"/>
    <p:sldId xmlns:r="http://schemas.openxmlformats.org/officeDocument/2006/relationships" id="267" r:id="R1c3a1fbdc9d84e88"/>
    <p:sldId xmlns:r="http://schemas.openxmlformats.org/officeDocument/2006/relationships" id="268" r:id="R5be3b63a02584c3f"/>
    <p:sldId xmlns:r="http://schemas.openxmlformats.org/officeDocument/2006/relationships" id="269" r:id="R845319920582437e"/>
    <p:sldId xmlns:r="http://schemas.openxmlformats.org/officeDocument/2006/relationships" id="270" r:id="R80d9a3ba70264484"/>
    <p:sldId xmlns:r="http://schemas.openxmlformats.org/officeDocument/2006/relationships" id="271" r:id="Rbafe37b004c546b2"/>
    <p:sldId xmlns:r="http://schemas.openxmlformats.org/officeDocument/2006/relationships" id="272" r:id="Rec9876dabda7436a"/>
    <p:sldId xmlns:r="http://schemas.openxmlformats.org/officeDocument/2006/relationships" id="273" r:id="R7ae2b4e8bf334726"/>
    <p:sldId xmlns:r="http://schemas.openxmlformats.org/officeDocument/2006/relationships" id="274" r:id="R3d30749471314a10"/>
    <p:sldId xmlns:r="http://schemas.openxmlformats.org/officeDocument/2006/relationships" id="275" r:id="R0d70bcd88b864f3b"/>
    <p:sldId xmlns:r="http://schemas.openxmlformats.org/officeDocument/2006/relationships" id="276" r:id="R62f404ea75864632"/>
    <p:sldId xmlns:r="http://schemas.openxmlformats.org/officeDocument/2006/relationships" id="277" r:id="R490a12c96355498b"/>
    <p:sldId xmlns:r="http://schemas.openxmlformats.org/officeDocument/2006/relationships" id="278" r:id="Re3eb85af59e5477e"/>
    <p:sldId xmlns:r="http://schemas.openxmlformats.org/officeDocument/2006/relationships" id="279" r:id="R5532cdb22d86418b"/>
    <p:sldId xmlns:r="http://schemas.openxmlformats.org/officeDocument/2006/relationships" id="280" r:id="Rd23e4622a128402e"/>
    <p:sldId xmlns:r="http://schemas.openxmlformats.org/officeDocument/2006/relationships" id="281" r:id="Ref005b52d53f4af0"/>
    <p:sldId xmlns:r="http://schemas.openxmlformats.org/officeDocument/2006/relationships" id="282" r:id="Rd59ade24105a4329"/>
    <p:sldId xmlns:r="http://schemas.openxmlformats.org/officeDocument/2006/relationships" id="283" r:id="Rd7469ce5d8ea4dbe"/>
    <p:sldId xmlns:r="http://schemas.openxmlformats.org/officeDocument/2006/relationships" id="284" r:id="Rb7f7a29813534ead"/>
    <p:sldId xmlns:r="http://schemas.openxmlformats.org/officeDocument/2006/relationships" id="285" r:id="R702e79ff656147d7"/>
    <p:sldId xmlns:r="http://schemas.openxmlformats.org/officeDocument/2006/relationships" id="286" r:id="Ra1817b3535fd41a4"/>
    <p:sldId xmlns:r="http://schemas.openxmlformats.org/officeDocument/2006/relationships" id="287" r:id="Rb19eb7c748bb4a3c"/>
    <p:sldId xmlns:r="http://schemas.openxmlformats.org/officeDocument/2006/relationships" id="288" r:id="Rb6bfa0d470dd4ff1"/>
    <p:sldId xmlns:r="http://schemas.openxmlformats.org/officeDocument/2006/relationships" id="289" r:id="Re099f465ba00405f"/>
    <p:sldId xmlns:r="http://schemas.openxmlformats.org/officeDocument/2006/relationships" id="290" r:id="R6af56c1bf78544eb"/>
    <p:sldId xmlns:r="http://schemas.openxmlformats.org/officeDocument/2006/relationships" id="291" r:id="R8ec1ce9461e64bb1"/>
    <p:sldId xmlns:r="http://schemas.openxmlformats.org/officeDocument/2006/relationships" id="292" r:id="Rab99652612a94033"/>
    <p:sldId xmlns:r="http://schemas.openxmlformats.org/officeDocument/2006/relationships" id="293" r:id="R834596cbda034d7c"/>
    <p:sldId xmlns:r="http://schemas.openxmlformats.org/officeDocument/2006/relationships" id="294" r:id="R6940c8876d624ebc"/>
    <p:sldId xmlns:r="http://schemas.openxmlformats.org/officeDocument/2006/relationships" id="295" r:id="Rd6bb511acf024fbe"/>
    <p:sldId xmlns:r="http://schemas.openxmlformats.org/officeDocument/2006/relationships" id="296" r:id="Rfe3a3c07100a4e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fca9b4b68d4caa" /><Relationship Type="http://schemas.openxmlformats.org/officeDocument/2006/relationships/slideMaster" Target="/ppt/slideMasters/slideMaster1.xml" Id="R5064c4d1fa984b01" /><Relationship Type="http://schemas.openxmlformats.org/officeDocument/2006/relationships/slideMaster" Target="/ppt/slideMasters/slideMaster2.xml" Id="R50192896fdf14686" /><Relationship Type="http://schemas.openxmlformats.org/officeDocument/2006/relationships/notesMaster" Target="/ppt/notesMasters/notesMaster1.xml" Id="R15f584f90c5d49ef" /><Relationship Type="http://schemas.openxmlformats.org/officeDocument/2006/relationships/presProps" Target="/ppt/presProps.xml" Id="R11c530632b274940" /><Relationship Type="http://schemas.openxmlformats.org/officeDocument/2006/relationships/tableStyles" Target="/ppt/tableStyles.xml" Id="Ra31bb47ccca341e4" /><Relationship Type="http://schemas.openxmlformats.org/officeDocument/2006/relationships/slide" Target="/ppt/slides/slide1.xml" Id="R892e0a69c53248cd" /><Relationship Type="http://schemas.openxmlformats.org/officeDocument/2006/relationships/slide" Target="/ppt/slides/slide2.xml" Id="R8f3a84c545614061" /><Relationship Type="http://schemas.openxmlformats.org/officeDocument/2006/relationships/slide" Target="/ppt/slides/slide3.xml" Id="Re6a374957ed4449c" /><Relationship Type="http://schemas.openxmlformats.org/officeDocument/2006/relationships/slide" Target="/ppt/slides/slide4.xml" Id="R02589f44c3464763" /><Relationship Type="http://schemas.openxmlformats.org/officeDocument/2006/relationships/slide" Target="/ppt/slides/slide5.xml" Id="R269e9468e8fe436c" /><Relationship Type="http://schemas.openxmlformats.org/officeDocument/2006/relationships/slide" Target="/ppt/slides/slide6.xml" Id="R9fdb55eedf6e4220" /><Relationship Type="http://schemas.openxmlformats.org/officeDocument/2006/relationships/slide" Target="/ppt/slides/slide7.xml" Id="R8e1060a669254d32" /><Relationship Type="http://schemas.openxmlformats.org/officeDocument/2006/relationships/slide" Target="/ppt/slides/slide8.xml" Id="R88d749bff60f494c" /><Relationship Type="http://schemas.openxmlformats.org/officeDocument/2006/relationships/slide" Target="/ppt/slides/slide9.xml" Id="R44455a66e74140dc" /><Relationship Type="http://schemas.openxmlformats.org/officeDocument/2006/relationships/slide" Target="/ppt/slides/slide10.xml" Id="R65dbfabdfc8d49e8" /><Relationship Type="http://schemas.openxmlformats.org/officeDocument/2006/relationships/slide" Target="/ppt/slides/slide11.xml" Id="Rbae3c71e41ad4c37" /><Relationship Type="http://schemas.openxmlformats.org/officeDocument/2006/relationships/slide" Target="/ppt/slides/slide12.xml" Id="R1c3a1fbdc9d84e88" /><Relationship Type="http://schemas.openxmlformats.org/officeDocument/2006/relationships/slide" Target="/ppt/slides/slide13.xml" Id="R5be3b63a02584c3f" /><Relationship Type="http://schemas.openxmlformats.org/officeDocument/2006/relationships/slide" Target="/ppt/slides/slide14.xml" Id="R845319920582437e" /><Relationship Type="http://schemas.openxmlformats.org/officeDocument/2006/relationships/slide" Target="/ppt/slides/slide15.xml" Id="R80d9a3ba70264484" /><Relationship Type="http://schemas.openxmlformats.org/officeDocument/2006/relationships/slide" Target="/ppt/slides/slide16.xml" Id="Rbafe37b004c546b2" /><Relationship Type="http://schemas.openxmlformats.org/officeDocument/2006/relationships/slide" Target="/ppt/slides/slide17.xml" Id="Rec9876dabda7436a" /><Relationship Type="http://schemas.openxmlformats.org/officeDocument/2006/relationships/slide" Target="/ppt/slides/slide18.xml" Id="R7ae2b4e8bf334726" /><Relationship Type="http://schemas.openxmlformats.org/officeDocument/2006/relationships/slide" Target="/ppt/slides/slide19.xml" Id="R3d30749471314a10" /><Relationship Type="http://schemas.openxmlformats.org/officeDocument/2006/relationships/slide" Target="/ppt/slides/slide20.xml" Id="R0d70bcd88b864f3b" /><Relationship Type="http://schemas.openxmlformats.org/officeDocument/2006/relationships/slide" Target="/ppt/slides/slide21.xml" Id="R62f404ea75864632" /><Relationship Type="http://schemas.openxmlformats.org/officeDocument/2006/relationships/slide" Target="/ppt/slides/slide22.xml" Id="R490a12c96355498b" /><Relationship Type="http://schemas.openxmlformats.org/officeDocument/2006/relationships/slide" Target="/ppt/slides/slide23.xml" Id="Re3eb85af59e5477e" /><Relationship Type="http://schemas.openxmlformats.org/officeDocument/2006/relationships/slide" Target="/ppt/slides/slide24.xml" Id="R5532cdb22d86418b" /><Relationship Type="http://schemas.openxmlformats.org/officeDocument/2006/relationships/slide" Target="/ppt/slides/slide25.xml" Id="Rd23e4622a128402e" /><Relationship Type="http://schemas.openxmlformats.org/officeDocument/2006/relationships/slide" Target="/ppt/slides/slide26.xml" Id="Ref005b52d53f4af0" /><Relationship Type="http://schemas.openxmlformats.org/officeDocument/2006/relationships/slide" Target="/ppt/slides/slide27.xml" Id="Rd59ade24105a4329" /><Relationship Type="http://schemas.openxmlformats.org/officeDocument/2006/relationships/slide" Target="/ppt/slides/slide28.xml" Id="Rd7469ce5d8ea4dbe" /><Relationship Type="http://schemas.openxmlformats.org/officeDocument/2006/relationships/slide" Target="/ppt/slides/slide29.xml" Id="Rb7f7a29813534ead" /><Relationship Type="http://schemas.openxmlformats.org/officeDocument/2006/relationships/slide" Target="/ppt/slides/slide30.xml" Id="R702e79ff656147d7" /><Relationship Type="http://schemas.openxmlformats.org/officeDocument/2006/relationships/slide" Target="/ppt/slides/slide31.xml" Id="Ra1817b3535fd41a4" /><Relationship Type="http://schemas.openxmlformats.org/officeDocument/2006/relationships/slide" Target="/ppt/slides/slide32.xml" Id="Rb19eb7c748bb4a3c" /><Relationship Type="http://schemas.openxmlformats.org/officeDocument/2006/relationships/slide" Target="/ppt/slides/slide33.xml" Id="Rb6bfa0d470dd4ff1" /><Relationship Type="http://schemas.openxmlformats.org/officeDocument/2006/relationships/slide" Target="/ppt/slides/slide34.xml" Id="Re099f465ba00405f" /><Relationship Type="http://schemas.openxmlformats.org/officeDocument/2006/relationships/slide" Target="/ppt/slides/slide35.xml" Id="R6af56c1bf78544eb" /><Relationship Type="http://schemas.openxmlformats.org/officeDocument/2006/relationships/slide" Target="/ppt/slides/slide36.xml" Id="R8ec1ce9461e64bb1" /><Relationship Type="http://schemas.openxmlformats.org/officeDocument/2006/relationships/slide" Target="/ppt/slides/slide37.xml" Id="Rab99652612a94033" /><Relationship Type="http://schemas.openxmlformats.org/officeDocument/2006/relationships/slide" Target="/ppt/slides/slide38.xml" Id="R834596cbda034d7c" /><Relationship Type="http://schemas.openxmlformats.org/officeDocument/2006/relationships/slide" Target="/ppt/slides/slide39.xml" Id="R6940c8876d624ebc" /><Relationship Type="http://schemas.openxmlformats.org/officeDocument/2006/relationships/slide" Target="/ppt/slides/slide40.xml" Id="Rd6bb511acf024fbe" /><Relationship Type="http://schemas.openxmlformats.org/officeDocument/2006/relationships/slide" Target="/ppt/slides/slide41.xml" Id="Rfe3a3c07100a4e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775d0b61b70e42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0a0a35bfbd4bbe" /><Relationship Type="http://schemas.openxmlformats.org/officeDocument/2006/relationships/notesMaster" Target="/ppt/notesMasters/notesMaster1.xml" Id="R67569575494647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dd5cbe2b3744a0" /><Relationship Type="http://schemas.openxmlformats.org/officeDocument/2006/relationships/notesMaster" Target="/ppt/notesMasters/notesMaster1.xml" Id="R564c0745277844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3e84b319014d1f" /><Relationship Type="http://schemas.openxmlformats.org/officeDocument/2006/relationships/notesMaster" Target="/ppt/notesMasters/notesMaster1.xml" Id="R0b72a73b759e42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fea4fdb4af4490" /><Relationship Type="http://schemas.openxmlformats.org/officeDocument/2006/relationships/notesMaster" Target="/ppt/notesMasters/notesMaster1.xml" Id="Rdf5f2dcb4cd14b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59fed0311c466a" /><Relationship Type="http://schemas.openxmlformats.org/officeDocument/2006/relationships/notesMaster" Target="/ppt/notesMasters/notesMaster1.xml" Id="R4b0309623b7645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2c0493780145f0" /><Relationship Type="http://schemas.openxmlformats.org/officeDocument/2006/relationships/notesMaster" Target="/ppt/notesMasters/notesMaster1.xml" Id="R4702e0f1caf24a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a5b842b6f04e7b" /><Relationship Type="http://schemas.openxmlformats.org/officeDocument/2006/relationships/notesMaster" Target="/ppt/notesMasters/notesMaster1.xml" Id="R7faee4deac4044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89f98a28bf4c57" /><Relationship Type="http://schemas.openxmlformats.org/officeDocument/2006/relationships/notesMaster" Target="/ppt/notesMasters/notesMaster1.xml" Id="R6de86502ba5048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6d403d11be43ad" /><Relationship Type="http://schemas.openxmlformats.org/officeDocument/2006/relationships/notesMaster" Target="/ppt/notesMasters/notesMaster1.xml" Id="R53738193a50f40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982ee2fa7b4886" /><Relationship Type="http://schemas.openxmlformats.org/officeDocument/2006/relationships/notesMaster" Target="/ppt/notesMasters/notesMaster1.xml" Id="R4cbb0dbc58b548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4f86f6a52f49d9" /><Relationship Type="http://schemas.openxmlformats.org/officeDocument/2006/relationships/notesMaster" Target="/ppt/notesMasters/notesMaster1.xml" Id="R8b8cc36efc394a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cefb579898490e" /><Relationship Type="http://schemas.openxmlformats.org/officeDocument/2006/relationships/notesMaster" Target="/ppt/notesMasters/notesMaster1.xml" Id="Rbb7864426c7a44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5317011b6f41d5" /><Relationship Type="http://schemas.openxmlformats.org/officeDocument/2006/relationships/notesMaster" Target="/ppt/notesMasters/notesMaster1.xml" Id="R6f35674c6d0e4f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e17e759e9142b1" /><Relationship Type="http://schemas.openxmlformats.org/officeDocument/2006/relationships/notesMaster" Target="/ppt/notesMasters/notesMaster1.xml" Id="R465b27fa11834a1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e6386ecd9743d3" /><Relationship Type="http://schemas.openxmlformats.org/officeDocument/2006/relationships/notesMaster" Target="/ppt/notesMasters/notesMaster1.xml" Id="Ra15dcd8a3c9a4db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97d4a11d404c47" /><Relationship Type="http://schemas.openxmlformats.org/officeDocument/2006/relationships/notesMaster" Target="/ppt/notesMasters/notesMaster1.xml" Id="Rc432fa8f7ec14f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e64034d346e473e" /><Relationship Type="http://schemas.openxmlformats.org/officeDocument/2006/relationships/notesMaster" Target="/ppt/notesMasters/notesMaster1.xml" Id="Rdf2ad720ba75435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45c856fbe9248a6" /><Relationship Type="http://schemas.openxmlformats.org/officeDocument/2006/relationships/notesMaster" Target="/ppt/notesMasters/notesMaster1.xml" Id="Rb60b865bc1ed45c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88726840f24aff" /><Relationship Type="http://schemas.openxmlformats.org/officeDocument/2006/relationships/notesMaster" Target="/ppt/notesMasters/notesMaster1.xml" Id="R7b1238fc970a4f7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500e8cb77a642b7" /><Relationship Type="http://schemas.openxmlformats.org/officeDocument/2006/relationships/notesMaster" Target="/ppt/notesMasters/notesMaster1.xml" Id="R1ad199ec96d54d2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434c3558b514763" /><Relationship Type="http://schemas.openxmlformats.org/officeDocument/2006/relationships/notesMaster" Target="/ppt/notesMasters/notesMaster1.xml" Id="Ra4f06c57097147b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161935b46694f73" /><Relationship Type="http://schemas.openxmlformats.org/officeDocument/2006/relationships/notesMaster" Target="/ppt/notesMasters/notesMaster1.xml" Id="Re91f20632976481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0447151766146ad" /><Relationship Type="http://schemas.openxmlformats.org/officeDocument/2006/relationships/notesMaster" Target="/ppt/notesMasters/notesMaster1.xml" Id="R99713ad19c64408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956b895496847cb" /><Relationship Type="http://schemas.openxmlformats.org/officeDocument/2006/relationships/notesMaster" Target="/ppt/notesMasters/notesMaster1.xml" Id="R0488ecf5db7d414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2d1996fe9a147f3" /><Relationship Type="http://schemas.openxmlformats.org/officeDocument/2006/relationships/notesMaster" Target="/ppt/notesMasters/notesMaster1.xml" Id="R694e5a63c878445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1b294500d6f4759" /><Relationship Type="http://schemas.openxmlformats.org/officeDocument/2006/relationships/notesMaster" Target="/ppt/notesMasters/notesMaster1.xml" Id="R043cc94928a849b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57342bc35ee4986" /><Relationship Type="http://schemas.openxmlformats.org/officeDocument/2006/relationships/notesMaster" Target="/ppt/notesMasters/notesMaster1.xml" Id="Ra8bb948e60b44ef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7d497e789ea438e" /><Relationship Type="http://schemas.openxmlformats.org/officeDocument/2006/relationships/notesMaster" Target="/ppt/notesMasters/notesMaster1.xml" Id="Rbb9328845125453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b5050dcb96f4583" /><Relationship Type="http://schemas.openxmlformats.org/officeDocument/2006/relationships/notesMaster" Target="/ppt/notesMasters/notesMaster1.xml" Id="Rf616548b0f7446f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71deae7efbc423f" /><Relationship Type="http://schemas.openxmlformats.org/officeDocument/2006/relationships/notesMaster" Target="/ppt/notesMasters/notesMaster1.xml" Id="R98b5e69cc23349d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e9c796b1a8c4e14" /><Relationship Type="http://schemas.openxmlformats.org/officeDocument/2006/relationships/notesMaster" Target="/ppt/notesMasters/notesMaster1.xml" Id="R7fcfb3e276134ee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352328ba544451e" /><Relationship Type="http://schemas.openxmlformats.org/officeDocument/2006/relationships/notesMaster" Target="/ppt/notesMasters/notesMaster1.xml" Id="Rcda5d32759a342c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d94846391e54149" /><Relationship Type="http://schemas.openxmlformats.org/officeDocument/2006/relationships/notesMaster" Target="/ppt/notesMasters/notesMaster1.xml" Id="R2deead460aed433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86e1814ce034eb7" /><Relationship Type="http://schemas.openxmlformats.org/officeDocument/2006/relationships/notesMaster" Target="/ppt/notesMasters/notesMaster1.xml" Id="Raf175ea46144441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cef2fcd3efb49c8" /><Relationship Type="http://schemas.openxmlformats.org/officeDocument/2006/relationships/notesMaster" Target="/ppt/notesMasters/notesMaster1.xml" Id="R73d68c419e9e48f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8b9ce839e4c457f" /><Relationship Type="http://schemas.openxmlformats.org/officeDocument/2006/relationships/notesMaster" Target="/ppt/notesMasters/notesMaster1.xml" Id="R5c841fec43124fe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f36a93472cc4b3d" /><Relationship Type="http://schemas.openxmlformats.org/officeDocument/2006/relationships/notesMaster" Target="/ppt/notesMasters/notesMaster1.xml" Id="R12f4d6658ddf4f5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8b5160166d14845" /><Relationship Type="http://schemas.openxmlformats.org/officeDocument/2006/relationships/notesMaster" Target="/ppt/notesMasters/notesMaster1.xml" Id="Rf3e6cc352398481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43b616582af4fa4" /><Relationship Type="http://schemas.openxmlformats.org/officeDocument/2006/relationships/notesMaster" Target="/ppt/notesMasters/notesMaster1.xml" Id="Rc89f03c8a0f94af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421de2aec774f2c" /><Relationship Type="http://schemas.openxmlformats.org/officeDocument/2006/relationships/notesMaster" Target="/ppt/notesMasters/notesMaster1.xml" Id="R049c7aab018540c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22794ace96e4f47" /><Relationship Type="http://schemas.openxmlformats.org/officeDocument/2006/relationships/notesMaster" Target="/ppt/notesMasters/notesMaster1.xml" Id="Red7c850052c445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ZH text map: content/localizations/staged-2026-09-01/presentations/pozharnaya-bezopasnost/zh/text-map.json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01474cbad4b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18eb8bddb542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93080d8408490e" /><Relationship Type="http://schemas.openxmlformats.org/officeDocument/2006/relationships/slideLayout" Target="/ppt/slideLayouts/slideLayout1.xml" Id="R55b277cc22d1478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552f6530abc46e1" /><Relationship Type="http://schemas.openxmlformats.org/officeDocument/2006/relationships/slideLayout" Target="/ppt/slideLayouts/slideLayout2.xml" Id="R54e735ccd6db48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b277cc22d147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Work Safety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54e735ccd6db4821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6924b3300f4ad4" /><Relationship Type="http://schemas.openxmlformats.org/officeDocument/2006/relationships/image" Target="/ppt/media/image.jpeg" Id="Rd6e6614956f34267" /><Relationship Type="http://schemas.openxmlformats.org/officeDocument/2006/relationships/image" Target="/ppt/media/image.png" Id="Ra2e294cc15ee4ef0" /><Relationship Type="http://schemas.openxmlformats.org/officeDocument/2006/relationships/notesSlide" Target="/ppt/notesSlides/notesSlide1.xml" Id="R3d1b83da435d4e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2f423a47eb42a5" /><Relationship Type="http://schemas.openxmlformats.org/officeDocument/2006/relationships/image" Target="/ppt/media/image2.png" Id="Ra0a19bfa6f8847c9" /><Relationship Type="http://schemas.openxmlformats.org/officeDocument/2006/relationships/notesSlide" Target="/ppt/notesSlides/notesSlide2.xml" Id="Ra653b209a84449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96f7f4d2864e93" /><Relationship Type="http://schemas.openxmlformats.org/officeDocument/2006/relationships/image" Target="/ppt/media/image3.png" Id="Rd3df123829b14d05" /><Relationship Type="http://schemas.openxmlformats.org/officeDocument/2006/relationships/notesSlide" Target="/ppt/notesSlides/notesSlide3.xml" Id="R9901f6ef78744a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c04422c4254a64" /><Relationship Type="http://schemas.openxmlformats.org/officeDocument/2006/relationships/image" Target="/ppt/media/image2.jpeg" Id="Raa2601b8b2ab4ad8" /><Relationship Type="http://schemas.openxmlformats.org/officeDocument/2006/relationships/image" Target="/ppt/media/image4.png" Id="R30fccee926ae4d34" /><Relationship Type="http://schemas.openxmlformats.org/officeDocument/2006/relationships/notesSlide" Target="/ppt/notesSlides/notesSlide4.xml" Id="Re855264e526449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c42716d76d40cd" /><Relationship Type="http://schemas.openxmlformats.org/officeDocument/2006/relationships/image" Target="/ppt/media/image5.png" Id="R6fd97615c2054ece" /><Relationship Type="http://schemas.openxmlformats.org/officeDocument/2006/relationships/notesSlide" Target="/ppt/notesSlides/notesSlide5.xml" Id="R07a1e086483e4f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b6da8f4d7a456a" /><Relationship Type="http://schemas.openxmlformats.org/officeDocument/2006/relationships/image" Target="/ppt/media/image6.png" Id="R6e4a27adb1b74f09" /><Relationship Type="http://schemas.openxmlformats.org/officeDocument/2006/relationships/notesSlide" Target="/ppt/notesSlides/notesSlide6.xml" Id="R8f9cefb50db34a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ddedb3d7d04aa4" /><Relationship Type="http://schemas.openxmlformats.org/officeDocument/2006/relationships/image" Target="/ppt/media/image7.png" Id="R3ab571a1717b4adb" /><Relationship Type="http://schemas.openxmlformats.org/officeDocument/2006/relationships/notesSlide" Target="/ppt/notesSlides/notesSlide7.xml" Id="Re882ffaf49bc49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80de7431db48f5" /><Relationship Type="http://schemas.openxmlformats.org/officeDocument/2006/relationships/image" Target="/ppt/media/image3.jpeg" Id="R327fcb3eac9d4886" /><Relationship Type="http://schemas.openxmlformats.org/officeDocument/2006/relationships/image" Target="/ppt/media/image8.png" Id="R5436e2894ad8443c" /><Relationship Type="http://schemas.openxmlformats.org/officeDocument/2006/relationships/notesSlide" Target="/ppt/notesSlides/notesSlide8.xml" Id="R17713cd608a946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04f44c27b5418c" /><Relationship Type="http://schemas.openxmlformats.org/officeDocument/2006/relationships/image" Target="/ppt/media/image9.png" Id="Rc8a6a60d95554577" /><Relationship Type="http://schemas.openxmlformats.org/officeDocument/2006/relationships/notesSlide" Target="/ppt/notesSlides/notesSlide9.xml" Id="R9d69ee1c5dfe43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882e63e768409f" /><Relationship Type="http://schemas.openxmlformats.org/officeDocument/2006/relationships/image" Target="/ppt/media/image10.png" Id="Rba72b280fb2f4ba5" /><Relationship Type="http://schemas.openxmlformats.org/officeDocument/2006/relationships/notesSlide" Target="/ppt/notesSlides/notesSlide10.xml" Id="Rc4764d3d52f548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35a385938a4756" /><Relationship Type="http://schemas.openxmlformats.org/officeDocument/2006/relationships/image" Target="/ppt/media/image11.png" Id="Rde2724c9254842e0" /><Relationship Type="http://schemas.openxmlformats.org/officeDocument/2006/relationships/notesSlide" Target="/ppt/notesSlides/notesSlide11.xml" Id="R06d4734c38804c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d8ca6323b1457e" /><Relationship Type="http://schemas.openxmlformats.org/officeDocument/2006/relationships/image" Target="/ppt/media/image12.png" Id="R664a26bfb3674396" /><Relationship Type="http://schemas.openxmlformats.org/officeDocument/2006/relationships/notesSlide" Target="/ppt/notesSlides/notesSlide12.xml" Id="R40cae1ff360445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11d6452ca04fca" /><Relationship Type="http://schemas.openxmlformats.org/officeDocument/2006/relationships/image" Target="/ppt/media/image13.png" Id="Rf3d5567f27b44f04" /><Relationship Type="http://schemas.openxmlformats.org/officeDocument/2006/relationships/notesSlide" Target="/ppt/notesSlides/notesSlide13.xml" Id="R67b0393eb11342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67637bb6404bca" /><Relationship Type="http://schemas.openxmlformats.org/officeDocument/2006/relationships/image" Target="/ppt/media/image14.png" Id="Rf8cced211d104351" /><Relationship Type="http://schemas.openxmlformats.org/officeDocument/2006/relationships/notesSlide" Target="/ppt/notesSlides/notesSlide14.xml" Id="Rcec84c08ec9f492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de9f9871d24b75" /><Relationship Type="http://schemas.openxmlformats.org/officeDocument/2006/relationships/image" Target="/ppt/media/image15.png" Id="Rf03be86cd7074652" /><Relationship Type="http://schemas.openxmlformats.org/officeDocument/2006/relationships/notesSlide" Target="/ppt/notesSlides/notesSlide15.xml" Id="R3c738e2e73fc4e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138c57d9b047dc" /><Relationship Type="http://schemas.openxmlformats.org/officeDocument/2006/relationships/image" Target="/ppt/media/image16.png" Id="R978b2ec064ed4547" /><Relationship Type="http://schemas.openxmlformats.org/officeDocument/2006/relationships/notesSlide" Target="/ppt/notesSlides/notesSlide16.xml" Id="Re56e3e5744ef452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483d09c99147e2" /><Relationship Type="http://schemas.openxmlformats.org/officeDocument/2006/relationships/image" Target="/ppt/media/image17.png" Id="Ree672913554640c1" /><Relationship Type="http://schemas.openxmlformats.org/officeDocument/2006/relationships/notesSlide" Target="/ppt/notesSlides/notesSlide17.xml" Id="Re186c7e5bdab422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44e66729dc4b71" /><Relationship Type="http://schemas.openxmlformats.org/officeDocument/2006/relationships/image" Target="/ppt/media/image18.png" Id="R9bfccce9e6834104" /><Relationship Type="http://schemas.openxmlformats.org/officeDocument/2006/relationships/notesSlide" Target="/ppt/notesSlides/notesSlide18.xml" Id="Rcce00226c41844d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9bd538460f4ee7" /><Relationship Type="http://schemas.openxmlformats.org/officeDocument/2006/relationships/image" Target="/ppt/media/image19.png" Id="R8dc3688b38004cb1" /><Relationship Type="http://schemas.openxmlformats.org/officeDocument/2006/relationships/notesSlide" Target="/ppt/notesSlides/notesSlide19.xml" Id="R1e1eb236481844b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816cb9abef4ae1" /><Relationship Type="http://schemas.openxmlformats.org/officeDocument/2006/relationships/image" Target="/ppt/media/image20.png" Id="Re3655bdc88484b32" /><Relationship Type="http://schemas.openxmlformats.org/officeDocument/2006/relationships/notesSlide" Target="/ppt/notesSlides/notesSlide20.xml" Id="Rf60489f440c8471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d18efb491e4622" /><Relationship Type="http://schemas.openxmlformats.org/officeDocument/2006/relationships/image" Target="/ppt/media/image21.png" Id="R59c46da9b9b147e0" /><Relationship Type="http://schemas.openxmlformats.org/officeDocument/2006/relationships/notesSlide" Target="/ppt/notesSlides/notesSlide21.xml" Id="Rc166f8580d70478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b4f4c73c04481b" /><Relationship Type="http://schemas.openxmlformats.org/officeDocument/2006/relationships/image" Target="/ppt/media/image22.png" Id="Rea70bfbd32164acc" /><Relationship Type="http://schemas.openxmlformats.org/officeDocument/2006/relationships/notesSlide" Target="/ppt/notesSlides/notesSlide22.xml" Id="R3039ee794ae94cb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143b5b65324df1" /><Relationship Type="http://schemas.openxmlformats.org/officeDocument/2006/relationships/image" Target="/ppt/media/image23.png" Id="Ra411649effb74eae" /><Relationship Type="http://schemas.openxmlformats.org/officeDocument/2006/relationships/notesSlide" Target="/ppt/notesSlides/notesSlide23.xml" Id="Rbe10a267a24a402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bed6b558c04296" /><Relationship Type="http://schemas.openxmlformats.org/officeDocument/2006/relationships/image" Target="/ppt/media/image4.jpeg" Id="R065678d4aeda45f6" /><Relationship Type="http://schemas.openxmlformats.org/officeDocument/2006/relationships/image" Target="/ppt/media/image24.png" Id="Rb84050b0c3c74031" /><Relationship Type="http://schemas.openxmlformats.org/officeDocument/2006/relationships/notesSlide" Target="/ppt/notesSlides/notesSlide24.xml" Id="R80273e57af4a426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c47c171e7b4478" /><Relationship Type="http://schemas.openxmlformats.org/officeDocument/2006/relationships/image" Target="/ppt/media/image25.png" Id="Rbfc34a4d0ac84def" /><Relationship Type="http://schemas.openxmlformats.org/officeDocument/2006/relationships/notesSlide" Target="/ppt/notesSlides/notesSlide25.xml" Id="Rcb3f76adcecf46b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1e98dddffd46b6" /><Relationship Type="http://schemas.openxmlformats.org/officeDocument/2006/relationships/image" Target="/ppt/media/image5.jpeg" Id="R25d22678e27541ec" /><Relationship Type="http://schemas.openxmlformats.org/officeDocument/2006/relationships/image" Target="/ppt/media/image26.png" Id="R56565b3a86bf4b09" /><Relationship Type="http://schemas.openxmlformats.org/officeDocument/2006/relationships/notesSlide" Target="/ppt/notesSlides/notesSlide26.xml" Id="Rd642875d91d0405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9b4235cc624980" /><Relationship Type="http://schemas.openxmlformats.org/officeDocument/2006/relationships/image" Target="/ppt/media/image27.png" Id="Radc57750fc2b43f8" /><Relationship Type="http://schemas.openxmlformats.org/officeDocument/2006/relationships/notesSlide" Target="/ppt/notesSlides/notesSlide27.xml" Id="R5674640fb4d8438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e41faf8d8f40d4" /><Relationship Type="http://schemas.openxmlformats.org/officeDocument/2006/relationships/image" Target="/ppt/media/image28.png" Id="R72e9bd9df32e4c7f" /><Relationship Type="http://schemas.openxmlformats.org/officeDocument/2006/relationships/notesSlide" Target="/ppt/notesSlides/notesSlide28.xml" Id="Raa777a8b34974aa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402366bbb040c3" /><Relationship Type="http://schemas.openxmlformats.org/officeDocument/2006/relationships/image" Target="/ppt/media/image29.png" Id="Raad16c1a7d0d4ad9" /><Relationship Type="http://schemas.openxmlformats.org/officeDocument/2006/relationships/notesSlide" Target="/ppt/notesSlides/notesSlide29.xml" Id="R3cae9f17b6664af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126633122c498b" /><Relationship Type="http://schemas.openxmlformats.org/officeDocument/2006/relationships/image" Target="/ppt/media/image30.png" Id="R1233f536c2134f69" /><Relationship Type="http://schemas.openxmlformats.org/officeDocument/2006/relationships/notesSlide" Target="/ppt/notesSlides/notesSlide30.xml" Id="R56385197b8dc449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0c44a8111b4c2b" /><Relationship Type="http://schemas.openxmlformats.org/officeDocument/2006/relationships/image" Target="/ppt/media/image31.png" Id="R860834704efd41d9" /><Relationship Type="http://schemas.openxmlformats.org/officeDocument/2006/relationships/notesSlide" Target="/ppt/notesSlides/notesSlide31.xml" Id="Re8cf04aa5c59429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a910bdc0e247d3" /><Relationship Type="http://schemas.openxmlformats.org/officeDocument/2006/relationships/image" Target="/ppt/media/image32.png" Id="R6475f9ed10384ed3" /><Relationship Type="http://schemas.openxmlformats.org/officeDocument/2006/relationships/notesSlide" Target="/ppt/notesSlides/notesSlide32.xml" Id="Rb04c5cf8bfb940f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a227fd54f74454" /><Relationship Type="http://schemas.openxmlformats.org/officeDocument/2006/relationships/image" Target="/ppt/media/image33.png" Id="R62cd9c72694942ce" /><Relationship Type="http://schemas.openxmlformats.org/officeDocument/2006/relationships/notesSlide" Target="/ppt/notesSlides/notesSlide33.xml" Id="R87143fa6660e46f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e79f56b7f04b28" /><Relationship Type="http://schemas.openxmlformats.org/officeDocument/2006/relationships/image" Target="/ppt/media/image34.png" Id="R00878a2f390a4294" /><Relationship Type="http://schemas.openxmlformats.org/officeDocument/2006/relationships/notesSlide" Target="/ppt/notesSlides/notesSlide34.xml" Id="R9e8daf54543d485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8f52168c684a7f" /><Relationship Type="http://schemas.openxmlformats.org/officeDocument/2006/relationships/image" Target="/ppt/media/image35.png" Id="R299821776b9d4c0f" /><Relationship Type="http://schemas.openxmlformats.org/officeDocument/2006/relationships/notesSlide" Target="/ppt/notesSlides/notesSlide35.xml" Id="R6b028bceaa0a497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b2925cc7ab4541" /><Relationship Type="http://schemas.openxmlformats.org/officeDocument/2006/relationships/image" Target="/ppt/media/image36.png" Id="R58fc6d82d0904e44" /><Relationship Type="http://schemas.openxmlformats.org/officeDocument/2006/relationships/notesSlide" Target="/ppt/notesSlides/notesSlide36.xml" Id="Rdf0b37991db642e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f6963ebf3d4308" /><Relationship Type="http://schemas.openxmlformats.org/officeDocument/2006/relationships/image" Target="/ppt/media/image37.png" Id="R618407da15d14001" /><Relationship Type="http://schemas.openxmlformats.org/officeDocument/2006/relationships/notesSlide" Target="/ppt/notesSlides/notesSlide37.xml" Id="R6778659dfdea4cc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84dcc098dd4513" /><Relationship Type="http://schemas.openxmlformats.org/officeDocument/2006/relationships/image" Target="/ppt/media/image38.png" Id="R2e353c88cc2a442d" /><Relationship Type="http://schemas.openxmlformats.org/officeDocument/2006/relationships/notesSlide" Target="/ppt/notesSlides/notesSlide38.xml" Id="Ra34ac2310cd74c2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15adeb9a354c98" /><Relationship Type="http://schemas.openxmlformats.org/officeDocument/2006/relationships/image" Target="/ppt/media/image39.png" Id="R298ed41a05eb4bf8" /><Relationship Type="http://schemas.openxmlformats.org/officeDocument/2006/relationships/notesSlide" Target="/ppt/notesSlides/notesSlide39.xml" Id="R0e812f90a4bf49d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2381caed134955" /><Relationship Type="http://schemas.openxmlformats.org/officeDocument/2006/relationships/image" Target="/ppt/media/image40.png" Id="Rf1a3c0efc0b247da" /><Relationship Type="http://schemas.openxmlformats.org/officeDocument/2006/relationships/notesSlide" Target="/ppt/notesSlides/notesSlide40.xml" Id="R580669aa52dd4f6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d5c12a14304e73" /><Relationship Type="http://schemas.openxmlformats.org/officeDocument/2006/relationships/image" Target="/ppt/media/image41.png" Id="Ra6fa1c15aca94d87" /><Relationship Type="http://schemas.openxmlformats.org/officeDocument/2006/relationships/notesSlide" Target="/ppt/notesSlides/notesSlide41.xml" Id="R70300bcb08fa44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1EE3E-CAF1-416F-9757-FDEF1607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VISUAL_05_s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6614956f342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24750" y="1104900"/>
            <a:ext cx="4095750" cy="47625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7C89E-513C-41A1-AD81-EF69C942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049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_KICKER">
            <a:extLst xmlns:a="http://schemas.openxmlformats.org/drawingml/2006/main">
              <a:ext uri="{FF2B5EF4-FFF2-40B4-BE49-F238E27FC236}">
                <a16:creationId xmlns:a16="http://schemas.microsoft.com/office/drawing/2014/main" id="{8C57AA26-D493-4A5B-964A-061358C2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培训课程</a:t>
            </a:r>
          </a:p>
        </p:txBody>
      </p:sp>
      <p:sp>
        <p:nvSpPr>
          <p:cNvPr id="5" name="DECK_TITLE">
            <a:extLst xmlns:a="http://schemas.openxmlformats.org/drawingml/2006/main">
              <a:ext uri="{FF2B5EF4-FFF2-40B4-BE49-F238E27FC236}">
                <a16:creationId xmlns:a16="http://schemas.microsoft.com/office/drawing/2014/main" id="{6E4EDA13-0C33-49C0-BC97-52C0CD11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09913-AD44-43E5-8999-171387D8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K_SUBTITLE">
            <a:extLst xmlns:a="http://schemas.openxmlformats.org/drawingml/2006/main">
              <a:ext uri="{FF2B5EF4-FFF2-40B4-BE49-F238E27FC236}">
                <a16:creationId xmlns:a16="http://schemas.microsoft.com/office/drawing/2014/main" id="{5957E934-384C-4ABF-9C35-F029219E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5D625F"/>
                </a:solidFill>
                <a:latin typeface="Arial"/>
                <a:ea typeface="Arial"/>
                <a:cs typeface="Arial"/>
              </a:rPr>
              <a:t>防火、疏散 及灭火器安全使用</a:t>
            </a:r>
          </a:p>
        </p:txBody>
      </p:sp>
      <p:sp>
        <p:nvSpPr>
          <p:cNvPr id="8" name="DECK_AUDIENCE">
            <a:extLst xmlns:a="http://schemas.openxmlformats.org/drawingml/2006/main">
              <a:ext uri="{FF2B5EF4-FFF2-40B4-BE49-F238E27FC236}">
                <a16:creationId xmlns:a16="http://schemas.microsoft.com/office/drawing/2014/main" id="{2495FCF6-2BDC-4735-AA3B-149B8B13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25F"/>
                </a:solidFill>
                <a:latin typeface="Arial"/>
                <a:ea typeface="Arial"/>
                <a:cs typeface="Arial"/>
              </a:rPr>
              <a:t>工人及一线人员培训课程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F7235-0FB0-4BF6-AB8E-40F758CD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1A707A4-55FB-4786-9232-5331E5C1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D918BF6-8A9F-442D-A5E7-5D946073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294cc15ee4ef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755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DC1C3-9781-4D83-AAA5-522DAA3F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6DA2E86-5BBA-4BB6-8A64-5C2C1DB0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课程结束后作业人员将能够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E416D6E3-A644-4A31-8BCE-BBEB3AD2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AB807-2B6A-4F04-9A70-E73111DE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1EC6BE81-39C2-42E0-B091-8F50F123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说出出现烟雾、燃烧气味、警报或明火时的第一反应。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8C3A5EFE-4EDF-4927-BFBD-0442399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966FB-FF86-4D67-9B00-76B7A760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CBE24CB8-C465-4553-9639-0EF389EC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了解火灾情况、危险和灭火方法。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D3F67868-7BFD-4C17-A789-ED0421FD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68681-5018-4E18-8D75-6B6F568D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215CBF76-CA1A-46CE-A3ED-4D076596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根据标志选择合适的灭火器，评估灭火安全性。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DF1E8FEE-62BE-4855-B12E-773BEFED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0B250-3A70-4C4B-8693-54DF3ECB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438D7FB6-4986-4438-B4BE-FE6F01CE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疏散，通知 101/112 并在收集点采取行动。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58C62-B6EC-4203-B8FC-736BD4C6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D751D-CDDC-4BBA-8BF9-F098991C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150E7854-C8C1-4D97-983B-45F371BD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71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生命和安全疏散 优先于财产和灭火。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33FC15-2C50-4061-9D70-D8FDDCE1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1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80A42B8D-58A0-4730-80BA-75E9EA55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标准：消防安全规则</a:t>
            </a:r>
          </a:p>
        </p:txBody>
      </p:sp>
      <p:sp>
        <p:nvSpPr>
          <p:cNvPr id="2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4C896A3-9380-4230-A4DB-1B9DB827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2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A71CAAE-E7E0-47FD-91E5-90FCD42A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a19bfa6f8847c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33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D02751-CCDA-4B80-88E3-C616AD80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E68F226-1F9D-4318-8DC9-3EAC9C4A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课程逻辑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A7AA30FB-0B8B-41E7-9400-152E67CA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38147-B5CB-4068-9E1E-58377100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A5A825B3-0DEB-45B8-9E26-B399C2DB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燃烧的第一动作和基础知识。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99934547-C163-4520-B995-DCC2D59C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8448D-FA6C-46CC-A613-917A5565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1B631C7D-F6BF-4E5E-8556-58C54B84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52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火灾等级和灭火器的选择。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08E6BA8C-EF2C-4D2C-BC12-EEECEC79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900CB-CB6C-47A8-BC8C-4D28811C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8AA0A1A8-23CC-4AA8-9051-4921DB6F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疏散，消息和集合点。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08888FC4-85E9-4CD1-B5CF-4CFD4239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E097D-FE3B-4407-808D-2A4F093F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7A38CB94-40C3-4349-A399-B90E94CA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预防和动火作业。</a:t>
            </a:r>
          </a:p>
        </p:txBody>
      </p:sp>
      <p:sp>
        <p:nvSpPr>
          <p:cNvPr id="15" name="LIST_NUMBER_5">
            <a:extLst xmlns:a="http://schemas.openxmlformats.org/drawingml/2006/main">
              <a:ext uri="{FF2B5EF4-FFF2-40B4-BE49-F238E27FC236}">
                <a16:creationId xmlns:a16="http://schemas.microsoft.com/office/drawing/2014/main" id="{58B9DDD0-2734-46CB-BF4E-1C989737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E88AD-4436-4111-84FD-90639985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7" name="LIST_ITEM_5">
            <a:extLst xmlns:a="http://schemas.openxmlformats.org/drawingml/2006/main">
              <a:ext uri="{FF2B5EF4-FFF2-40B4-BE49-F238E27FC236}">
                <a16:creationId xmlns:a16="http://schemas.microsoft.com/office/drawing/2014/main" id="{D8AC4BE9-D3BF-4DA0-9CBD-5B3AC34D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实际场景和最终算法。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476FF-DD7F-4F42-BC03-EE15A825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29527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C4119-B35E-4BDF-A226-37CC58A4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课程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58ABCA-7548-43DA-8A9E-A9D436CE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D625F"/>
                </a:solidFill>
                <a:latin typeface="Arial"/>
                <a:ea typeface="Arial"/>
                <a:cs typeface="Arial"/>
              </a:rPr>
              <a:t>语义块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B28507-6C3D-41C5-B47C-94F598D7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6D43BEB-8F6F-4879-8B27-C0F07B4A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2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5441B6D-260C-4D84-A3FB-D6DD42C1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f123829b14d0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29" name="AGENDA_COUNT_CIRCLE">
            <a:extLst xmlns:a="http://schemas.openxmlformats.org/drawingml/2006/main">
              <a:ext uri="{FF2B5EF4-FFF2-40B4-BE49-F238E27FC236}">
                <a16:creationId xmlns:a16="http://schemas.microsoft.com/office/drawing/2014/main" id="{C9249DF2-5E02-4B16-90BE-C6A4389C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75083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BFD39-E1F3-4F61-A350-852B1AE6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5_s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601b8b2ab4a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E808EFFD-A88A-47F2-9E85-15FF6230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B4A72-54AF-4987-9FDA-CB9C477B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BABC5984-5BBE-492C-A215-B64824C2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信号和燃烧基础知识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981792AE-850E-4084-BEBD-CAB8F289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如果有火灾迹象，首先警告人们，通知他们并开始疏散。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42011-0CB0-4E53-9ABF-1252ACE4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751D96A-F801-4589-ACC5-24638B98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4B9C70F-3681-4FDF-B4FA-30526A8F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ccee926ae4d3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897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D9FF2B-1073-4607-94BD-BBEC4318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13D0D07-8743-4197-98CF-0098603A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警报需要立即采取行动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69832-82F0-4CD7-AC4E-9F655DCE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811E0-1096-4258-B16D-2F6A3C6E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25DD7429-BCF9-45D2-85D0-4A5E48E2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87166F87-9C5E-464A-996C-695F6489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报告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B0C35D9D-D42F-4478-B9FF-98E65924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如果角色需要，发出信号并拨打 101 或 112。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7507C-18C6-4763-A8B5-43F3286C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8D1C487F-8E70-4EF9-B653-B8251BEE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2462A046-1E92-41C5-AD9A-48C1DFF1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警告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0BE9CABC-FBF1-4C9C-BC9E-43CA79B9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通知附近的人并遵循警告系统的指示。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6E7D3-72C3-4B53-9C07-48BB0065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19283DC9-0CCA-445D-82F4-EB7DCC55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0EEB6217-4DA0-4BDE-A0B7-43BBA081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疏散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B33CF6EA-BB46-45A8-B082-FDAD422D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遵循安全路线，不要停车。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0CB66-123A-479A-890F-B88C2F0B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CB14E0B2-53D0-44D7-997F-33FE5611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C0FA4958-3A83-48A1-A1D2-0AC6D1B9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准备好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8C63F33C-AF35-4C59-BA3D-313B6272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到达集合点，点名，不再返回。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7D7DB-B5B9-4C11-A86B-A7A96B52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A784C5-66F9-4FE8-9066-A31878F0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E3744AC6-0F85-41E8-BCBD-689026D6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危险短语“不要发出警报”已被删除：立即发出警报。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D402E1-E342-4C87-9D72-FBF09EED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5395129-3AFB-4B04-A314-F9C2FFCE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标准：消防安全规则 • 紧急情况部建议：101/112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A907AC8-19C3-471C-9227-8ACED047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0D6EF45-AA4C-4A25-9DCD-D5C7F5E2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97615c2054ec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631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08B7E-0EBB-45AB-9B52-8EE7538C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6DDBB78-65CE-4246-95F4-7CAA5F83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火灾 - 失控燃烧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CF0F3-C851-44F2-B7DC-2321841E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火灾会威胁人员、财产、生产过程和环境。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火势发展取决于可燃物、氧气、点火能量和室内条件。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小范围火源可能迅速发展到不适合人工灭火的程度。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尽早发现并报告可缩短火灾自由发展时间。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63A4D-0F00-44E9-9AA7-00D1DCB1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C5E00-7571-4EEC-8B88-73C2985A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F814B3BD-2976-45BD-B997-A4DB66E2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火焰大小并不是危险的唯一指标；烟雾可能更为关键。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F047F-E83E-4AF0-A708-AFD31EC7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1A1C599-9023-4283-9DCE-FF59F9CB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1E2ACBE-8D5B-48E1-B1C6-81B7C565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a27adb1b74f0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019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0284EE-07BB-46C5-9EA7-8B3D7321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7D01630-812A-4433-9B00-8778C8CE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危险因素在火焰前起作用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7E5D0-E733-451C-A04F-F8BA32C7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风险 / 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DC304-FB01-4A27-ABF2-E247BAF2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9E5AA-9A15-405B-94A7-38EF556A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控制措施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A41A6-C449-45D5-BF9D-F5E7F556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B4672-999C-4ADF-8B58-2298B2A3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烟雾和有毒产品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21746-98E5-4A0B-96B8-678D0492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中毒、迷失方向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8D876-5DBB-4FB9-9C2B-9F4F7389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预警和疏散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7BEF7-25C0-44FC-936C-CD1E09DB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8AC36-C337-4284-B450-C692B04B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高温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C8C36-443C-4D3B-8211-E01BBAA7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烧伤和热暴露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E0C6B-9C2B-4793-B5D0-06AD7002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距离和保护路线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C7CD5-322F-4670-BA62-A6943745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4B6B0-EE6D-4482-8889-03C83084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减少氧气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0C085-10D0-431B-B4C1-19C0AF64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失去知觉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ED96F-5968-4451-8D41-039B0F2C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无特殊防护请勿进入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EB850-CD21-4E0F-8F14-CC573E05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FDB47-F0D0-4191-99C6-DE9DE96F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倒塌和爆炸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AA580-7FED-4527-8BBE-6C93ABE0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受伤和出口受阻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7F6416-93AA-49C8-9E5A-62F7504B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不要接近并通知当局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0A532-407B-4E74-AC6C-4B203BF5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在没有特殊能力和保护的情况下，不要返回烟雾弥漫的房间。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D0254A-BCF2-4EF9-9A39-1CA24068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5C92C2C-918A-4B25-BDF2-D4A762FB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472E118-B1E7-4AF2-8F66-C177F82A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571a1717b4ad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352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7EFDC-1822-4D64-A338-4768D145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B88826D-3A4B-4EF1-8B2C-3AF95EFC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原因与对各类点火源的控制有关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E0ECC-B7C3-47CB-B07A-97297164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电气设备故障、过载和绝缘损坏。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未经准备即可发生明火、火花和动火作业。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易燃材料和液体泄漏的储存不当。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在指定区域外吸烟、表面过热以及清洁不善。</a:t>
            </a:r>
          </a:p>
        </p:txBody>
      </p:sp>
      <p:pic>
        <p:nvPicPr>
          <p:cNvPr id="17" name="VISUAL_05_s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fcb3eac9d48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82B3D375-38D7-4F28-A66A-F920F91C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预防同时控制火源和火负荷。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8959F-9687-4DA0-8BA9-0CCF86AB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82CA86F-5B53-4017-8141-9373B007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344524F-1E5D-4BB0-B031-595BA4E4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6e2894ad8443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0506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CAE5C-2CD4-409D-947B-CF52692F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3E1AB57-867A-495F-A448-91D4671A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燃烧需要三个条件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35095-21A5-4C51-888C-D034AA7C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可燃物质- 能够助燃的材料、蒸气或气体。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氧化剂通常是空气中的氧气。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点火源- 火焰、火花、热表面或其他能量。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控制任何因素都可以防止火灾的发生或发展。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E5346-3F4E-477A-B6F6-EEAE4D40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B4C0C-8CC8-4085-8AC2-D929C178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9B61688-E9CE-4581-B24E-7E5CD351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火灾三角形有助于选择预防和灭火措施。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5DC90-9AFA-4723-9116-97F3FAA4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CB1F118-CF38-443A-BDDB-524DC232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1EAC0EF-9D52-4193-8BB5-8350CC0C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6a60d9555457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5842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862F2-CE6F-401F-B5FF-52991C70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511EBA0-C58D-4871-9960-1C9C7A75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热量以四种方式传播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7A5EC-AC36-42DB-A63A-3E7D0A10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传导通过材料和连接结构传递热量。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对流将热气和烟雾向上输送到整个房间。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辐射加热远处的物体。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火焰直接点燃接触的材料。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EBADB-8171-4130-B515-D977823E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01640-43FF-4028-B9C0-AF352AB2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0F5B1EA-F08C-4266-A625-CF84CCE3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关闭的门可以减缓烟雾和热量的传播。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E9954-B5D8-4AAA-835F-15FC49D3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0D61924-F60B-4451-B8B2-1F875B06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3B41F14-F23A-4F24-9377-304323F6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2b280fb2f4ba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129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E884EE-9DBD-4721-83B7-52EB770F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0625C6B-17D7-46FE-AEE8-F8833608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影响条件而停止燃烧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75EB8-21FB-4260-BB28-DD843E84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7FCB9-4177-4B45-A299-A84722F5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677C3CC3-D114-41FF-A326-459AFC37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D2904FFF-E7AC-4D6B-B843-9D318283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酷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F0ACA5CC-BD8B-463E-9DA2-BB027768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使用合适的灭火剂降低温度。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6ED72-D48F-4214-A702-41027B33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4F3BE3E7-62F5-4E8F-A1A2-94602D89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F278D293-E049-489A-A8CB-E1481922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隔离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1B2872E8-381F-4381-918A-C319B3CC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限制氧气进入或覆盖表面。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209E6-A6F6-4E34-8780-D30C1D61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59ED2EC7-08EB-4340-A4C9-DE583894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AF0F9E2C-4EB0-42B7-AF41-1CA2B9BE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去除燃油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EBEA4C21-942B-4892-AEA4-C82B4E9A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在安全的情况下停止进给或移除材料。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E8F42-5163-4E46-BF33-E2D503DB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36D852CF-C636-41C0-B194-CC7D87B7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C5C10E2B-BAB5-45D7-AF5D-AA8AB7E7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中止反应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7578F822-C7A7-4444-9A66-50C0FA10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使用适合防火等级的组合物。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089AE-0DA2-4B08-BE5C-F8FDD088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35A7F-0F9B-4B29-9994-0376B3A5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414313C-DFF1-430B-BEF6-E967E3FE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错误的产品可能会导致火势蔓延或引发新的危险源。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AAF9D3-D947-49ED-8D89-C5306303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B419C20-EDA3-4D25-8B20-36A9A04D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7787480-FB15-40EA-ACB9-B61997E9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724c9254842e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721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A7820-A433-4C70-8ED6-90ACE270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AF2922B0-FCC6-4F5B-8663-3E32F036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8869D-3034-45F6-ADF2-E95716BC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E869F61A-4FAF-4BB4-9D82-5BB3AB10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287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类别和灭火器</a:t>
            </a:r>
          </a:p>
        </p:txBody>
      </p:sp>
      <p:sp>
        <p:nvSpPr>
          <p:cNvPr id="5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E8A4851E-864D-4DF3-AD52-88E29560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953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根据燃烧材料、电压的存在和特定灭火器的标记进行选择。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267AF-B14D-4C43-82B1-F9D10644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75548BB-EE75-4FE5-BCAE-4B06D2CA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7C5C710-FA34-4284-B2DC-7EE9F574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a26bfb367439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2264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874CB-8973-436E-AEF6-06D6FA5E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404D616-DD4C-42C7-ADFF-E56814A3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防火等级决定燃料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54163-5258-4790-800A-E7B8BF2B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 - 硬质材料，通常形成阴燃煤。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B - 易燃液体和熔化固体。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C——易燃气体； D——可燃金属。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对于带电电气设备，请考虑电气风险 和产品标记； F 级适用于为设施提供的食用油和脂肪。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EFE3A-C311-49D3-A2BF-DEA5CB32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8A036-7870-4DD0-9927-8B2BD150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237D520-53C1-434B-A6F7-9794BC0B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外壳颜色或外国标签不能代替类别名称和说明。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113F5-B9B9-47BD-BAC7-51581EBF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5455F707-1E1D-4E93-BEF4-0D301C06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标准：消防安全规则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1F0B6F4-348A-4AD1-A52B-269F3017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2292DEC-FF5A-4D42-A241-EDF3D0DC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5567f27b44f0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9672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4E9C5-D769-404F-90B9-759F039A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69DC051-55C4-461F-BEA5-FB24899C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电压限制了补救措施的选择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3BFA2-DEC1-4808-9375-F7A3DADB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75288-3347-491D-A311-6839FDD6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47847-7A60-4100-93D9-D6BDFBDD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BB27A-2410-47C3-90DF-6797258F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如果可能，请根据既定程序安全地断电设备。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请勿向带电设备喷水或泡沫，除非该产品是专门设计使用的。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遵守灭火器标记和制造商的安全距离。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消除张力后，考虑实际燃烧材料的类别。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97790-7915-4A30-B730-93E1F115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设备开关并不总是保证无电压。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7993F-582A-4CF1-8D89-7732CF10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2BE12A2-EB0E-4AD3-9423-864DE5D3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5158F6A-08FF-4944-A7B6-4F78FB5A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ced211d10435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6" name="STOP_SIGN">
            <a:extLst xmlns:a="http://schemas.openxmlformats.org/drawingml/2006/main">
              <a:ext uri="{FF2B5EF4-FFF2-40B4-BE49-F238E27FC236}">
                <a16:creationId xmlns:a16="http://schemas.microsoft.com/office/drawing/2014/main" id="{2B7A88BC-03D5-4065-9A27-5967C576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停止</a:t>
            </a:r>
          </a:p>
        </p:txBody>
      </p:sp>
    </p:spTree>
    <p:extLst>
      <p:ext uri="{BB962C8B-B14F-4D97-AF65-F5344CB8AC3E}">
        <p14:creationId xmlns:p14="http://schemas.microsoft.com/office/powerpoint/2010/main" val="13077993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0153A-799D-462F-92BE-469E3E21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63D30BE-9E87-477A-AC87-9B550DA1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根据任务选择灭火器类型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98668-7228-4A23-9AEF-B870A5D4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水冷却并仅适用于合适的材料和条件。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泡沫可隔离易燃液体的表面，但具有电气危险限制。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粉末在许多类别中都是通用的，但会降低能见度并污染设备。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二氧化碳不会留下残留物，但需要考虑窒息、冷钟和重新点燃。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C9399-9017-4D8C-8B00-D315B8C4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9E22C-E71F-4EA9-BE93-41EF61F3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30AB5CA6-32F8-4AC5-ACD7-9CA2F324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根据特定灭火器的标签来选择，而不是根据习惯来选择。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2B2EC-73AA-4E46-A753-4C1F6427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0246AFD-4796-4D64-AF94-E3FDD827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标准：消防安全规则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80D4998-32E9-4091-ADE9-F9A34590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FB09738-287B-457A-9A95-45134953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be86cd707465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3316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69E491-CBEC-456B-B584-D482D592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9A21ADA-415D-4273-A18A-508F35B8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每种类型都有限制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BEF8E-BA8D-46FF-83B7-6ABEDDF6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风险 / 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89B73-0150-431D-BA94-45E944E9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CB6D3-EA98-4ACB-90EF-9D4B6B87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控制措施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600AD-D958-4B95-AEAA-BBB35B4E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18F53-9578-445A-BE6C-1BD9600D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2EEEE-2C01-4BDB-B36C-9B4FB9CA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电动风险；与个别物质的反应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14E04-5562-4312-B901-73FD2FA0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仅按标签和评估后使用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74A58-5677-4F67-BAE8-ED9481AF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4A7F5-9ED8-4BE5-9E67-2F90E611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泡沫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986F5-85AE-491D-A0D9-14F45BD2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导电性和与某些流体的不相容性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5AC95-06D4-43AB-B0B6-1BD8A7CD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请勿在指定区域外使用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C8DA6-9521-4D55-BF6F-E839EE0B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A447F-C8B0-45F9-AEB0-CDB54F5F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07628-DAFB-4674-B63B-5F473307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灰尘、能见度丧失、重燃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AFD08-4D85-4357-BACF-E55C96DA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维持退出，控制疫情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65CC4-5693-4D03-BBA2-A8CED4D6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E9D3E0-E902-45EE-962E-6A9127A6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280BA-EB8B-4E38-8E99-03BAE9C8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冻伤、氧气被置换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83261-368C-42B4-98B6-D604A1F7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不要触摸喷筒，并采取安全方式通风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D9AB0F-428A-46B8-A965-832B07E7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灭火能力并不能否定灭火方法本身的危险性。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072342-3F2A-4931-861E-89B6BA30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6CC5D06-7948-4A5E-9100-2C92AB0D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11D3744-56C4-4D6B-9AD2-45AAA233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b2ec064ed454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119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F5FAE-EA8F-4AC8-948C-2D2F58F5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7D929FF-D0A0-46C3-9DF9-782EB68D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标记包含针对员工的解决方案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A2C47-0437-4866-90A8-34514538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检查装药类型和指定的防火等级。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阅读电压、温度和应用限制。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确保说明书可读、密封完好且服务期限有效。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如果标签不明确，请勿随意使用该产品。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59C32-E4CC-4A71-B3FC-C971E6F2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7B208-B13F-4BDA-8A8E-702F41F6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ECBB226-0CFA-4843-BA2F-EB32972B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旧的国外配色方案不用作哈萨克斯坦的强制标志。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DD811-27D0-47CA-B7C7-217F1E23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11FA37C-AAE5-4D90-874B-707D5CEE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标准：消防安全规则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069F21E-0DF9-48A7-AAFC-43762362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C4751C3-2B09-49FC-A683-0A82984C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72913554640c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536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FAFB2A-5EE0-41AD-A8D4-7C6F4390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981D92A-72A3-4D2B-B03A-17D54190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外部验证需要几秒钟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94DEB-C46F-44D0-8DB1-BB45571C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E6C19-C0D6-4EF6-828E-7C473DEC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725DCCC8-7A5D-45AF-A507-99CA99CC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A5FA74A8-4CEC-4DB3-B1DC-EF8B1F0F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访问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806958E5-CDAD-4264-9D86-63419EC5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灭火器 可见、有标记且无障碍。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B4E36-D562-45B6-A026-11914129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32964831-711E-4549-88BE-AC5955A6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563447A6-CF73-4EA6-8ED5-5B82DCC0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状态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70B84306-81DE-4103-9365-AC73982A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灭火器筒体、软管、喷筒和把手无损坏、无腐蚀。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7E3FD-2CF1-4DE1-88D5-EC79E49D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C2F2EB1A-F218-43BC-A681-6D9A6FEA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32F718FF-18E7-402F-BC57-74BF8EFC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准备好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601D989A-6FC4-4DC2-A341-41E4A4C9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封条及收据完好；压力指示器位于允许区域（如果有）。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87051-8DD5-4725-A6E1-6598C16E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A1819569-4B97-4A68-9129-40851A01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54DD938F-DA4E-4687-9180-FF3566BE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维护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687A5E14-019F-493D-A5B2-70382E2E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标志和检验标志清晰有效。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4D115-28E2-4FA7-AAC5-A4BA99B2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9496E4-7DB2-4006-8C65-CB3A14B3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3585CA9-A54D-4912-B20B-0B0D076D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损坏灭火器 未通过室内启动进行检查。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695FD8-A115-4B2C-B44D-567C45FD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A237531-10ED-41F7-BBB3-19432A00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标准：消防安全规则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2B59E38-B7E0-413F-B7EB-A397A064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FFB6082-26D6-4AFB-9596-FF3ED0E4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ccce9e683410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7489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80FF8-CDB1-423F-9EDD-6CAF931D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9FC21F8-65A8-48D1-B693-27C4F896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住宿取决于房型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450A7-8EFD-4D0D-B186-7329D24D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距可能起火点的最大距离：公共建筑为20 m。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A、B和V1–V4类为30 m；G类为40 m；D类为70 m。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灭火器应设置在醒目位置和疏散出口附近，不得妨碍疏散。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灭火器顶部不得高于1.5 m；总质量达到或超过15 kg时，不得高于1.0 m。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DF739-DC09-4A7C-AEE9-7A60B880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123A9-BBC3-4AD9-84CD-6C1744D8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408E310-143C-4FD7-880B-6E728CD6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旧材料中的通用“30 m 和 1.1 m”是错误的。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863D3-B1F2-4A0F-8932-BA626577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3DFC42D-95F5-48CC-9F51-A8DA6136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标准：消防安全规则、主要手段附件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6D7A531-E686-4738-86A8-6D97FE68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FBE8A6D-BDB3-4AE7-A6F8-D5E32E5A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3688b38004cb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4349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C76BB-04C5-4E5C-A783-A19D92BE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DF8D1AB-E7E0-4221-8BCA-65AE3D7A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首先决定：扔掉还是离开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0360C-FE8A-4BDB-9D58-A0048B32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DA6C8-D733-4B4F-971A-06F95034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87478-1451-4AFB-B0A5-416EF1B8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4B09D-5516-4A42-805B-7BCA62EE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只有经过培训且火势处于初起、小范围阶段时，才允许尝试灭火。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必须有完好且适用于该火灾的灭火器，并确保身后有安全退路。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不得存在浓烟、爆炸危险、有毒物质释放或火势快速蔓延。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任一条件不满足时，应立即警示人员、撤离并通知应急服务部门。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87C8C-9DB4-497A-9B7A-59C047BD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灭火器 不要求您冒生命危险。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39A33-128F-49F7-8FFE-500A1D9E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D6EC491C-38DC-4904-824F-2CD3AC62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标准：紧急情况部建议：不危及生命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C7F1A9E-2834-4D5E-9D10-0F8ABB38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7B8791A-5282-4946-B6D4-8A5BDB78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55bdc88484b3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4B28BE07-8E46-4C44-B978-4217B5F9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停止</a:t>
            </a:r>
          </a:p>
        </p:txBody>
      </p:sp>
    </p:spTree>
    <p:extLst>
      <p:ext uri="{BB962C8B-B14F-4D97-AF65-F5344CB8AC3E}">
        <p14:creationId xmlns:p14="http://schemas.microsoft.com/office/powerpoint/2010/main" val="8631708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2255AB-A8AB-4D7F-9027-02B17BC8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644BAB2-2021-4068-99B0-5C5FEB58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灭火器 使用稳定、精准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483E0-9C2A-4510-A88B-92C23268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B3EC8-AF53-4CB7-B02E-B17097C8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E1925D5-109C-4553-8100-052B5B84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89B0C994-5983-4188-85F3-0073595B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准备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75166710-823C-4036-A2C9-6DD1F096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在安全站位下拆除铅封并拔出保险销。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D07FC-405B-4414-A6CF-FE1DDDDB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673F5172-186A-4DF7-9C91-DE855D31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2C7FA4AD-5EF5-478B-AEC4-C33CF4B1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发送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DD25B2CB-210D-4CB6-8758-5BBDB7F2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将喷嘴保持在火焰底部，不要进入烟雾。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3A9BD-ECC3-4AFE-961B-CC4380E0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7E575D33-CAF7-4A60-AD3E-4B844B76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D3F5CFB3-ECB2-46E2-821E-0B25BB57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提交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FDC55C35-3D86-4254-99A9-DFC30F51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按下控制杆并根据说明短暂或连续分配混合物。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FB82B-69EF-4091-B53E-4AC46B98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632D225F-FE55-4433-9BB8-1F56693C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33016822-4DB6-466B-9A8C-7D0EDF5F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移动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5981FA8C-5D1E-41BB-AD9C-FCE0084D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在保持退路畅通并持续观察现场情况的同时，有序扑救火源。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E56E7A-6A27-4625-B806-4AC89F3F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8F970-2779-487B-8404-69582F9E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61CD0D75-AE63-493F-BA4A-883BC4CB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具体顺序以灭火器标记规定。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568A8A-258E-4D59-BC95-3DCB448D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B5C48A0-E7CC-466B-B0A5-58480701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1BF3746-5A9D-4B1B-A835-CB062D30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46da9b9b147e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79984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A8F2A-9FD9-4CD5-88D1-83AE8306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12ED5AC-4EE8-4830-8AD0-B50AA9D9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逃生路线仍留在后面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DD2EB-B325-4E62-8558-5A417D9A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仅在说明和热暴露允许的范围内接近。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请勿走进烟雾或让火切断您的出口。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考虑烟雾和风的方向，不要站在燃烧产物的排放处。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如果火焰增大、能见度变差或装药耗尽，请立即撤退。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72BA2-159A-46E1-A2D8-1C104D20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F5215-4D5E-4BCD-9CF0-9795893D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D701E78-E041-436F-B80E-D3D37ACB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工人的位置比尽可能靠近火源更重要。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022C5-ABD3-44C6-AB7C-38A266EB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1608A47-FCE4-47FB-A7ED-196AAEAB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46ED1A4-FE03-43B2-BC92-02CFE12A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0bfbd32164ac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398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B2FE0-40C3-480D-9F4D-448269BA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9827392-D843-49E4-9E1B-CDCD8855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失去控制时停止灭火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60CD7-9FAA-49DA-BB98-A938F580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15055-C326-41FE-ABC5-E34B62DC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5345F-70BD-4A9A-B4CB-99AC233E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06648-E688-4A21-923B-21A3F105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火势超出初起火源范围或沿结构向上蔓延。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烟雾变浓、能见度下降或退路发生变化。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怀疑存在可燃气体、爆炸、危险物质或隐蔽燃烧。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灭火器失效、灭火剂已用尽或灭火器选择错误。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1EF30-3CD9-43C8-B1A7-57A09963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按时撤退是一个专业的决定，而不是失败。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7E8B4-CC1B-47D6-960A-7C2D11E2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591C164-D9BA-4F9F-9D78-EBD5E4DF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B156A9E-9E98-494E-A471-A58B28C7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1649effb74ea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6" name="STOP_SIGN">
            <a:extLst xmlns:a="http://schemas.openxmlformats.org/drawingml/2006/main">
              <a:ext uri="{FF2B5EF4-FFF2-40B4-BE49-F238E27FC236}">
                <a16:creationId xmlns:a16="http://schemas.microsoft.com/office/drawing/2014/main" id="{CCCED173-90B6-4FEC-A641-59C088F4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停止</a:t>
            </a:r>
          </a:p>
        </p:txBody>
      </p:sp>
    </p:spTree>
    <p:extLst>
      <p:ext uri="{BB962C8B-B14F-4D97-AF65-F5344CB8AC3E}">
        <p14:creationId xmlns:p14="http://schemas.microsoft.com/office/powerpoint/2010/main" val="15764109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23BA7-4029-4E02-A80D-4092980E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5_s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678d4aeda45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1FEBDD49-BD55-4FB0-BD8B-29C615B0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F42EA-B6D0-407C-9A8B-5959F3C4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B3F0668E-E1DF-4B2E-AD9A-E036BDA2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疏散 和消息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16A10BC9-5469-43AC-BFA7-361B590E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火灾发生前人员路线、通讯、人数必须清晰。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9C0C4-1C9D-4310-83D2-BAE0486F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5642835-6871-4A7D-A692-FBE9E27A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A6FECE7-0D8E-46AC-83CC-65FF3250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050b0c3c7403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60425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FDF37-0212-4552-8419-370EAE76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BB0164B-60F4-488B-A944-FAD91431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疏散路线始终畅通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0772A-5D9A-4879-8601-FC6FF9AD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通道、楼梯、门和出口没有堆满材料和设备。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逃生路线上的门打开且未被简易装置阻挡。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标志和应急照明必须清晰可见。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立即报告故障或阻塞的路径。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2EB44-0088-4499-B689-D9A4B016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ACD8C-E5C1-4D6E-B228-4069BA17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D2D48CC-E569-45AD-960B-7FC91B88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逃生路线在正常操作期间而非警报期间进行检查。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25707-BF46-4FBE-AC06-0F60AC51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BA27887-06B5-4D50-9C2C-A64B1100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标准：消防安全规则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DF1091B-41C0-401D-9750-ACE5C48C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79C3857-0196-4F9C-9CA5-6A593E60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34a4d0ac84de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276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7A82F-3788-4E83-B314-2E655FE2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43BE13C-75EA-45EB-9535-48273E0F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您需要能够阅读疏散计划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D8947-3FF4-4DF1-9915-4449C75A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查找您当前的位置、主要路线和备用路线。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标记手动呼叫点、灭火剂和收集点（如果有）。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根据实际的门和通道检查平面图。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更改布局需要更新图表和说明。</a:t>
            </a:r>
          </a:p>
        </p:txBody>
      </p:sp>
      <p:pic>
        <p:nvPicPr>
          <p:cNvPr id="17" name="VISUAL_05_s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22678e27541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82D509E4-D876-450D-8B2C-F7CEBF38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该计划是路线提示，但解决方案考虑了实际的烟雾和障碍物。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CC261-7B1B-4536-8BD9-A22978A3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1AF83F3-B4B9-4782-A8A8-83B1C54A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3501C1F-6A79-4047-B59C-FA9B853F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65b3a86bf4b0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2645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D82C4D-1BAF-4944-BD83-ADA09165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917E50A-DAF4-4D90-B7C9-B6999AF0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拨打101或112时，说出主要内容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78BC5-0AA7-4045-9173-F462615D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30D1C-B07E-4AF7-AA3F-B351848C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81865AAD-151C-4645-BFE1-ADC08C4B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9820129E-D4CC-45A0-968D-39075E85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地址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F48B06FF-BBF0-4E08-9784-1584D5F9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物体、场地、楼层、地标和安全入口。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D40B1-74B4-4DC3-9888-AAA9C8E9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C0EBDC03-AA88-41B7-85CE-A6FEDD70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5C1AF16D-1D2D-4305-8F81-21C1AF77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燃烧的是什么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DBB400A7-639C-4176-80E3-F0347B68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材料、设备、场地和可见标志。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8E955-CC05-4AC2-BF5A-68A351CE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CA09941E-122D-4615-84BD-36026AD7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79F3DE8D-CA42-4A38-8DFA-88C3C74B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人和危险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31C21257-1295-416C-BF43-FBE38CEE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受伤、被困、气体、气瓶或化学品。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F4F70-6CDF-41D4-AC36-A1478819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D31A3A1D-7B6E-42D8-817C-7E2BF645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FA2599AB-5D7F-431D-9875-9E8B5034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联系方式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AED9FD91-674D-4E61-A094-158096BD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姓名、号码以及与抵达单位会面的人员。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752082-4908-4264-A481-AAAAD053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0C17F6-0ACC-43CC-B84F-4D826741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C89A4A6-F54F-421B-A069-6A83AFB9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不要在调度员面前结束谈话，并简短准确地回答。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DCE876-E0BD-4A7B-9A39-89013FAB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A32042BC-01EB-4BD1-A2E6-5EB07CAC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标准：紧急情况部建议：101/112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4E234DE-D1C5-4565-A928-13B39387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0812404-BAB4-49A8-8023-A6FFD83D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57750fc2b43f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8594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FD169-2611-4E93-B9B9-95281C11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5001662-BBBA-4B5B-9BF9-EECC1F98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快速撤离，但不要惊慌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F8689-0FFE-4A24-B829-F19E2DC5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留下您的个人物品并走最近的安全路线。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协助分配的角色，而不会造成交叉流动。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如果安全的话，请关上身后的门，但不要锁门。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除非根据特殊程序用于疏散，否则不得使用电梯。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3A56C-AADB-4410-9C83-EBBECD23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50640-B86F-415F-B646-00C52624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E4A98472-A5F3-4D7F-A26B-12B618D9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关闭且未上锁的门可以减缓烟雾和火灾的蔓延。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88DF2-4278-49A2-8EA2-8243B16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1A0D5AD-F484-428B-AF94-7E7DDA90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A7CA45F-9FB8-4683-8630-E74BC333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9bd9df32e4c7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26170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E219C-DA0C-4CAF-A5BE-3FFC1290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C8CDC26-95A1-4A58-9D12-FC3520C2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需要一个收集点来统计人数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47E12-888D-4047-8EE4-2A0AE370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到达指定地点并与您的团队保持联系。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向负责点名的人员报告自己的情况。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提供有关失踪人员可能下落的信息。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未经许可，请勿离开收集点或返回大楼。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71A4E-D336-4CDC-B376-EA595A51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BA80F-141A-43A7-89B2-8E3173E1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7957C9F2-467C-424B-92FF-DCB996E8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未经授权的离开可能会引导救援人员进行不必要的搜索。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5D445-7C66-4B96-95B6-7995955F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B79D2E4-1B0F-460E-9DD3-AB24342D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BF2A50B-43F2-4957-A3B3-CD3AA5AB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16c1a7d0d4ad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93718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27F8B-8C57-47C2-B358-1E0DF433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5F4DBBB-C7AF-4A31-B15C-BD04F5BD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未经许可禁止再次进入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FC3A9-52B9-4E42-BD38-E70B412E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242DF-5D2B-4F47-9319-9FBAAC63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D7201-609F-4506-ABA0-773E9942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1C891-DD7C-4A8C-A7F0-FE14271F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不要返回现场取文件、手机、衣物或工具。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不要进入现场寻找同事；应将其可能位置告知救援人员。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不得越过警戒线，也不得妨碍应急救援力量进入。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只有经负责人正式许可后方可重新进入。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C4379-720D-43DD-9B74-B04C3616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即使看不到烟雾，有毒气体也可能残留在内部并导致风险 崩溃。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D8586-51E5-402B-8438-873D04AC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19DBDCC-F81C-4871-BB2F-FDCE4638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F245DA6-8189-4056-A0BA-9944F39F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3f536c2134f6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6" name="STOP_SIGN">
            <a:extLst xmlns:a="http://schemas.openxmlformats.org/drawingml/2006/main">
              <a:ext uri="{FF2B5EF4-FFF2-40B4-BE49-F238E27FC236}">
                <a16:creationId xmlns:a16="http://schemas.microsoft.com/office/drawing/2014/main" id="{7EE89F63-E553-4726-890A-AE2F92D5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停止</a:t>
            </a:r>
          </a:p>
        </p:txBody>
      </p:sp>
    </p:spTree>
    <p:extLst>
      <p:ext uri="{BB962C8B-B14F-4D97-AF65-F5344CB8AC3E}">
        <p14:creationId xmlns:p14="http://schemas.microsoft.com/office/powerpoint/2010/main" val="72594992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86FDD-142C-4211-AD72-85DD343A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024871C6-10AC-44A9-B1EB-14241245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A3A2D-A4CB-4BFB-B17B-29DE9108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99D5E4D9-3D70-44A0-9E4D-EEED183C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287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预防和动火作业</a:t>
            </a:r>
          </a:p>
        </p:txBody>
      </p:sp>
      <p:sp>
        <p:nvSpPr>
          <p:cNvPr id="5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5ECDB33E-60FC-4262-A916-4EB9B955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953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通过日常控制秩序、电力、易燃材料和火源来预防火灾。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3B45D-60E0-4FCE-B117-0ECD4CAE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3D5DCD3-ECC0-490E-A96A-294B2492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93394FD-5EA2-4E4D-BBA9-83167F91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2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834704efd41d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84823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A2BF0-82C7-46E6-9903-7E1B5CC4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BD0A1E9-7C2F-4AB5-B24E-9AAFA811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良好的现场整理可降低火灾荷载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80D6E-98C1-45BE-B32D-8CD53116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可燃废物定期丢弃在提供的容器中。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通道、出口、消防柜和灭火器未被堵塞。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按照程序清理溢出物并安全地控制受污染的材料。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临时仓库不会转变为永久仓库。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FAA7D-A3DB-4999-8AAC-C00C0A55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91637-AB2A-4414-9FA0-155B70F4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BD02772-319C-4766-AC5B-9C5B44BE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清洁是防火的一个要素，而不仅仅是外部命令。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4E548-DE90-4B75-AA23-F9518218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EA3DDA7F-2BA3-44AE-B718-398488CD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标准：消防安全规则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D6B18B2-C3D2-44B6-A578-5C2DF680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414BE8C-CF8F-4BCE-B02F-A55EEDE8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5f9ed10384ed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49352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98822-F5F8-4311-A570-49338273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3D08D51-CC3F-48B0-86D0-C386A1A9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电气故障未被屏蔽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54E08-6C41-4DF7-B29A-F9CA9E7A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请勿使网络超载或使用自制的延长线或连接。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损坏的电缆、热量、气味和火花需要断开连接并报告。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如果说明中有规定，则设备将在完成后关闭。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电气面板和保护装置保持可触及且关闭。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EE318-6388-4A25-8EC5-0E588537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83CB3-5AE5-43F2-940E-F864059A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816957F-AFBC-49BC-AE3E-938177BB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在未查明原因的情况下重新启用已触发的保护是危险的。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02474-6452-40E8-9698-D747161A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7C17CA52-7001-443F-932F-ADBDF818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标准：消防安全规则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859F38B-F36A-4925-80AD-B8A6040A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78EFCB5-3B0F-438C-BB15-3034D32A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d9c72694942c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49194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1A6D8-D91C-4ADF-A384-C8F667F4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452F6B6-A2B5-4F21-BDB4-B0290EB8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以受控方式储存易燃液体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BFF0E-E597-4601-BD44-56D3CC93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使用相容且密闭、标签清晰可读的容器。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工作场所存放的物料数量应限于生产需要并符合现场规定。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防止受热、火花、泄漏以及不相容物质混放。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提前准备通风和应急泄漏收集措施。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0DF4C-EFF2-4FFB-B86A-D3DA276B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3BD72-ED3F-43AF-B973-4B97DEF8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FE84F6B-8807-4B47-B6C0-DE4B2A5A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将液体倒入无标记的容器中会形成双风险。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DFCDB-8EA6-46F2-8D03-9DA8E1C9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A6BCA834-E69D-4348-B1E2-213D36D7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标准：消防安全规则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EFE0716-AE5C-48ED-A8BB-9EA73756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DAA5667-6783-49E8-95A0-7D9D7100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78a2f390a429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696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370FD-1428-47B8-A72C-9D3DD771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199F8EF-9985-4AF0-B6F7-0C3423D0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吸烟 - 仅限指定区域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C2199-4D8A-4A7B-B4F5-268CAF89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指定和组织位置时考虑了火灾风险。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仓库、生产区域及其他场所禁止吸烟。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烟头完全熄灭并放入提供的不易燃容器中。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电子烟设备也受本地模式限制。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24E55-7723-4398-9A08-2F3C639A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60968-28BB-46CD-8531-2871E909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D42F14B-5797-4C13-A711-0B038376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没有明火并不意味着没有热源。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6EAC0-C676-457B-8052-4029261D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72926ECB-6A6C-4D0E-86E8-975595F1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标准：消防安全规则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589C641-C15D-4E18-88CE-44B9BAF2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3E1D189-AEAD-4793-8D25-00319003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821776b9d4c0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4663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80E73B-FE32-4FDA-AAA7-0EA435A8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EDDB3C4-8152-4DAA-9B95-270098D8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引弧前必须完成动火作业准备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73407-6BAA-433F-BDF7-C34C16B7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DCB45-F229-4BDC-9C79-9C8397FA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E420400A-65AA-45DF-A173-CF9E1A42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CC9E5A0D-C276-4668-815E-A21D90C7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允许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B226CFCA-27D6-4860-9A6C-7C7B8240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确定地点、作业许可证、负责人和时间。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B15D3-14D1-4BF8-AD0D-BE3A01FE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80CDBD3D-D9D2-4B0D-A469-4F80B37D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4CAFDC79-6364-4307-954C-992E1953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准备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7BDC8D70-9B84-4386-854E-65A172E1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移除或固定易燃材料，隔离设备、测试环境。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A63AD-54C8-49B2-AED3-A45CBB7C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9589197A-EB8A-4D25-8683-9698BE0B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2124E3A7-38A7-440F-ADB0-2DD8AD96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提供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8C566DF6-4355-4900-BAB1-524DF57C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灭火介质、围栏、通风、通讯和监视。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EB9AC-77D8-4E5A-B1D4-E2D1390D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FA9C2154-BFBD-4A76-80FC-1B717605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7AB09446-0756-4FB2-84E6-2499A676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监视器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DB9AD223-DCD5-4200-A5B9-11A58643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按规定方式在完成期间和完成后进行监控。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C8B5F-CC9F-4112-A822-E898A6B6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33FBC0-7D2A-40D6-9AF0-A09E1641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E1AB33C-2B5C-4A87-B103-CFAFC52D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便携式屏幕不能替代清除隐藏的易燃材料。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1DBFF0-48D6-4ECD-8F07-11B25F4C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1E45D9E-712D-4DFE-BEC5-ABEEB9E9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标准：消防安全规则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3CF8235-6079-4419-B1B6-A29895A6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8CE07FF-53E5-40D5-AC7C-A9965ABE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c6d82d0904e4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8053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F764F-FE7B-4F76-9980-9590CCB7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BCD280C-6E16-412D-A9D1-68DBEE3B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动火监护在作业结束后仍须继续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82E5D-A332-4493-B284-CD2965B1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动火监护人应监控火花影响区域、隐蔽空腔和相邻房间。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监护人应保持通信畅通，了解停止作业的方法以及灭火器材的位置。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动火监护职责不得与会分散监控注意力的其他任务兼任。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作业结束后的监护时长由适用规定和现场作业许可确定。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85556-A099-41F9-8399-6D86491D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C3F4C-3B25-494B-8075-D7B8E4DF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008BFF6-E969-4DD7-A9E3-939CBEDB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焊工离开后可能会检测到阴燃。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549FF-A26E-4ED2-80C0-D9412D5A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AC1A597-E147-4D59-9C3C-F09CE1DA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标准：消防安全规则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8DBA7DE-517F-4C00-8651-AFC91045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5CD1EFF-D283-4792-A437-F2912F8F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407da15d1400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216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9A84C9-38D5-4DB5-AFD5-B16CF916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D893A4D-DC98-4CEE-8307-9AD99926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发现烟雾或焦糊味就必须立即行动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DAFC4-0671-4AC7-A26A-AF744A88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8EA94-C1BD-4595-9148-62CE33AD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1D907B73-432F-4383-B793-C065917A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16AC7C84-F4C2-4A31-9D4B-0C386157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不得忽视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AD2168A0-873B-415B-9EBA-40B25FA9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停止安全运行并评估退出路线。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94156-C2BD-4FA4-82CD-349EC3EB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D20C11D5-6411-4A80-BD7B-9BF50068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9EFF0447-468E-4A25-A13C-307F8E71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发出信号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A669CBDC-94DC-4333-8BE9-579CE875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警告人们并通过 101/112 和当地计划报告。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82CBD-4A5E-439C-9D5B-CABD9C11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C3DA2825-5F10-42A2-9DB1-0FC2C58B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1D63D44B-76D3-4C1E-AD72-175994D7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疏散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913CF43F-7B3A-4F8C-9D97-3DE38985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关门而不锁门，以安全方式驾驶。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9B23B-A58F-4F77-9FB3-A2FB7567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C91F5C2C-4CD9-4408-97CD-1B0D9CBD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9B0A1AC8-4322-46F8-B323-9E742A09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发送信息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673B62C3-3C45-481E-B4FB-06D57140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注明确切位置、标志和可能的危险材料。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F93428-21A8-4235-B3EC-B4F3DC27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548685-F28D-4E01-874A-F0FF38D4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73C0FCF-6A71-4AB1-ADF4-28B7FB16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不要等待可见火焰或重复信号。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33E776-AA4C-4BE6-81D3-5033278A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76743B28-CF4A-4A5A-88FE-F5F194EF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标准：紧急情况部建议：101/112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C41BD3B-A31A-44A8-9DAF-78E14CA8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5CC76AD-A50E-4199-A49B-6C42B20D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53c88cc2a442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25630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0E6A0-F817-42EA-8695-DA54FDF5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598BBB1-8A33-43AF-857A-A05B8EBD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场景：出口处的篮子着火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BE215-9095-46DE-A8FE-88452061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脚本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8F7EA-F82D-45D6-85AB-D96DBEA5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050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9BC48-455A-4915-A1C8-F33538EF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7524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评估情况：火势虽小，但靠近疏散路线。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发出警报并组织人员撤离，不要让火势封堵门口。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只有在受过培训、灭火器适用且退路畅通时，才可尝试灭火。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烟雾增大时立即撤退，关门但不要上锁，并前往集合点。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667A1-2E9E-4EAD-BCE4-E165A615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050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AFE23-B14D-4BB3-AA4A-6B0564C8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050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2DF66A2-1C10-4671-BD87-0DEF498D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384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出口不应位于工人和火场之间。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BE848-222A-4392-BE63-5805E182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5D4C954-E2D0-4505-B121-32BD46AC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478EE19-60D9-4BE9-8D46-339DED7B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pic>
        <p:nvPicPr>
          <p:cNvPr id="2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ed41a05eb4bf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09647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3FA6A-BCC1-4646-8D4E-68296746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1C846FA-AA53-47AE-93B6-DF8905C8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场景：配电盘冒烟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7B546-F530-4CC8-8E4A-3C8CA395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脚本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8365A-A5E9-4047-9A62-EC335DE0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050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5218E-6D1B-423C-8934-6A6E159D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7524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未经授权请勿打开机柜，怀疑有电压时请勿触摸机柜。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拉响警报，通知101/112 并安排疏散。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断电由授权人员按照安全程序进行。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只有在正确标记并有安全逃生路线的情况下才允许使用灭火器。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5BCC0-DBA2-4DF1-8736-389393EE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050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2F8C2-07B7-4D60-80F0-FC6DE190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050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87A1EFE-91F7-4A5C-BB0C-F4F2BC67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384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潜电和电弧 危险源 可能高于可见火焰。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16878-7C98-4D94-95A1-B41F4B3E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F6DDA16-B7E7-48A9-90BA-AC900BC4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消防安全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A3D5B10-2C13-490F-B448-B9D2E935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pic>
        <p:nvPicPr>
          <p:cNvPr id="2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3c0efc0b247d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18088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09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ECKLIST_TITLE">
            <a:extLst xmlns:a="http://schemas.openxmlformats.org/drawingml/2006/main">
              <a:ext uri="{FF2B5EF4-FFF2-40B4-BE49-F238E27FC236}">
                <a16:creationId xmlns:a16="http://schemas.microsoft.com/office/drawing/2014/main" id="{9813F15D-0CF3-4891-8DC8-456C8760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火灾情况下的最终算法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B44EF-DDC1-46BD-AEC5-E2E2F234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6E99E-C72A-4B32-AA14-34229D0A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AE00B-112F-40E1-B264-ACD7FAB3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报告：报警、101或112、确切位置和危险。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45696-084B-4477-86A6-D2B3F9ED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4EC9C-7DF7-4D31-89F8-B7FF7C4C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5CDD1-29BC-4B29-A982-64136D26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警告：附近人员并根据当地计划负责。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31880-7C8B-4987-BFBF-495C9683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B87C3-B94E-4E88-9EF5-76A7911D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9DE9B-0DBA-43B3-91AC-E324364F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疏散：安全路线，关门不锁。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BC063-A49A-4105-96AB-264ADEDC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EE0F5-01DB-44D0-8F09-865A4BB8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F815C-9C3A-4F01-A946-62A23AB4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收集：点名、缺席信息、禁止再次入场。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14EAB-2420-4298-8711-C063E7D9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9189A-8F79-48BB-84CD-0F3A895A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6A2AE-08A3-431C-A014-FA0E7286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当满足所有条件时，仅扑灭安全初始火灾。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C85AE-E415-4C6C-AB8C-2AB71BE8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点击“开始测试”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768CC-4C86-4D6A-B829-079E6C2E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更新日期：2026 年 8 月 21 日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a1c15aca94d8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798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2026-09-01T18:08:22.4520000Z</dcterms:created>
  <dcterms:modified xsi:type="dcterms:W3CDTF">2026-09-01T18:08:22.4520000Z</dcterms:modified>
</coreProperties>
</file>
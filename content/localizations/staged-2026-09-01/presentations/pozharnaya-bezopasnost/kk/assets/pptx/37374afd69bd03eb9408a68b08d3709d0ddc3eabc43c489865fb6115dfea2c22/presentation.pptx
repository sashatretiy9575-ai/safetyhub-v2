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093e29edaf48a5" /><Relationship Type="http://schemas.openxmlformats.org/officeDocument/2006/relationships/extended-properties" Target="/docProps/app.xml" Id="Rb9f01550e7864b45" /><Relationship Type="http://schemas.openxmlformats.org/officeDocument/2006/relationships/officeDocument" Target="/ppt/presentation.xml" Id="Rcccfe1e7f31042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650650871a4fe4"/>
    <p:sldMasterId xmlns:r="http://schemas.openxmlformats.org/officeDocument/2006/relationships" id="2147483650" r:id="Rc3508b4efb0842a2"/>
  </p:sldMasterIdLst>
  <p:notesMasterIdLst>
    <p:notesMasterId xmlns:r="http://schemas.openxmlformats.org/officeDocument/2006/relationships" r:id="R11d6ab26b656481f"/>
  </p:notesMasterIdLst>
  <p:sldIdLst>
    <p:sldId xmlns:r="http://schemas.openxmlformats.org/officeDocument/2006/relationships" id="256" r:id="R659ecb2c1e764910"/>
    <p:sldId xmlns:r="http://schemas.openxmlformats.org/officeDocument/2006/relationships" id="257" r:id="R27ed63dd05094649"/>
    <p:sldId xmlns:r="http://schemas.openxmlformats.org/officeDocument/2006/relationships" id="258" r:id="R5e6d33fa2f0d4e37"/>
    <p:sldId xmlns:r="http://schemas.openxmlformats.org/officeDocument/2006/relationships" id="259" r:id="Rab2e2bcba76b4c0c"/>
    <p:sldId xmlns:r="http://schemas.openxmlformats.org/officeDocument/2006/relationships" id="260" r:id="Reb7e50dc4d774669"/>
    <p:sldId xmlns:r="http://schemas.openxmlformats.org/officeDocument/2006/relationships" id="261" r:id="R5e906a61e0794892"/>
    <p:sldId xmlns:r="http://schemas.openxmlformats.org/officeDocument/2006/relationships" id="262" r:id="R8735556b909645bc"/>
    <p:sldId xmlns:r="http://schemas.openxmlformats.org/officeDocument/2006/relationships" id="263" r:id="R876a70de08794bde"/>
    <p:sldId xmlns:r="http://schemas.openxmlformats.org/officeDocument/2006/relationships" id="264" r:id="R153cb044d047411d"/>
    <p:sldId xmlns:r="http://schemas.openxmlformats.org/officeDocument/2006/relationships" id="265" r:id="Rad6880883b984461"/>
    <p:sldId xmlns:r="http://schemas.openxmlformats.org/officeDocument/2006/relationships" id="266" r:id="Raecefce1dd1e49df"/>
    <p:sldId xmlns:r="http://schemas.openxmlformats.org/officeDocument/2006/relationships" id="267" r:id="R384a6fe264d94c83"/>
    <p:sldId xmlns:r="http://schemas.openxmlformats.org/officeDocument/2006/relationships" id="268" r:id="Rcab09a76628247fd"/>
    <p:sldId xmlns:r="http://schemas.openxmlformats.org/officeDocument/2006/relationships" id="269" r:id="R0375a5f09bfe4cfe"/>
    <p:sldId xmlns:r="http://schemas.openxmlformats.org/officeDocument/2006/relationships" id="270" r:id="R0361fc73403e485f"/>
    <p:sldId xmlns:r="http://schemas.openxmlformats.org/officeDocument/2006/relationships" id="271" r:id="R95768982b6e24736"/>
    <p:sldId xmlns:r="http://schemas.openxmlformats.org/officeDocument/2006/relationships" id="272" r:id="R82ed3f35d6454603"/>
    <p:sldId xmlns:r="http://schemas.openxmlformats.org/officeDocument/2006/relationships" id="273" r:id="R9bd1564ad9fc411b"/>
    <p:sldId xmlns:r="http://schemas.openxmlformats.org/officeDocument/2006/relationships" id="274" r:id="Rf33a04a0706e4095"/>
    <p:sldId xmlns:r="http://schemas.openxmlformats.org/officeDocument/2006/relationships" id="275" r:id="R7692d28ad8d441a6"/>
    <p:sldId xmlns:r="http://schemas.openxmlformats.org/officeDocument/2006/relationships" id="276" r:id="Rda544477340f451e"/>
    <p:sldId xmlns:r="http://schemas.openxmlformats.org/officeDocument/2006/relationships" id="277" r:id="Ref7b3d0c3b0b4c33"/>
    <p:sldId xmlns:r="http://schemas.openxmlformats.org/officeDocument/2006/relationships" id="278" r:id="R3d13337615bc4659"/>
    <p:sldId xmlns:r="http://schemas.openxmlformats.org/officeDocument/2006/relationships" id="279" r:id="R9c9d13976ed24bc6"/>
    <p:sldId xmlns:r="http://schemas.openxmlformats.org/officeDocument/2006/relationships" id="280" r:id="R8372b1a5c3164b17"/>
    <p:sldId xmlns:r="http://schemas.openxmlformats.org/officeDocument/2006/relationships" id="281" r:id="R3249ca66721b46f3"/>
    <p:sldId xmlns:r="http://schemas.openxmlformats.org/officeDocument/2006/relationships" id="282" r:id="R80962f6bd3704708"/>
    <p:sldId xmlns:r="http://schemas.openxmlformats.org/officeDocument/2006/relationships" id="283" r:id="R48987d2647f84079"/>
    <p:sldId xmlns:r="http://schemas.openxmlformats.org/officeDocument/2006/relationships" id="284" r:id="R8b5f58febe2441d4"/>
    <p:sldId xmlns:r="http://schemas.openxmlformats.org/officeDocument/2006/relationships" id="285" r:id="Re6b58e28e18747f5"/>
    <p:sldId xmlns:r="http://schemas.openxmlformats.org/officeDocument/2006/relationships" id="286" r:id="R7b3ca2ffee9142ee"/>
    <p:sldId xmlns:r="http://schemas.openxmlformats.org/officeDocument/2006/relationships" id="287" r:id="R724a1efbb1d24050"/>
    <p:sldId xmlns:r="http://schemas.openxmlformats.org/officeDocument/2006/relationships" id="288" r:id="Rd16efdaa606b48a5"/>
    <p:sldId xmlns:r="http://schemas.openxmlformats.org/officeDocument/2006/relationships" id="289" r:id="R754539a4af0a4726"/>
    <p:sldId xmlns:r="http://schemas.openxmlformats.org/officeDocument/2006/relationships" id="290" r:id="R929007e81efb4aad"/>
    <p:sldId xmlns:r="http://schemas.openxmlformats.org/officeDocument/2006/relationships" id="291" r:id="R84cdb6d9e1334599"/>
    <p:sldId xmlns:r="http://schemas.openxmlformats.org/officeDocument/2006/relationships" id="292" r:id="R4bee1537af544fff"/>
    <p:sldId xmlns:r="http://schemas.openxmlformats.org/officeDocument/2006/relationships" id="293" r:id="Rf85f137e1a8f488c"/>
    <p:sldId xmlns:r="http://schemas.openxmlformats.org/officeDocument/2006/relationships" id="294" r:id="R954de6527bbf4583"/>
    <p:sldId xmlns:r="http://schemas.openxmlformats.org/officeDocument/2006/relationships" id="295" r:id="R03567b1833764836"/>
    <p:sldId xmlns:r="http://schemas.openxmlformats.org/officeDocument/2006/relationships" id="296" r:id="R517de5655ef848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5a51d8f9bf4591" /><Relationship Type="http://schemas.openxmlformats.org/officeDocument/2006/relationships/slideMaster" Target="/ppt/slideMasters/slideMaster1.xml" Id="Rfd650650871a4fe4" /><Relationship Type="http://schemas.openxmlformats.org/officeDocument/2006/relationships/slideMaster" Target="/ppt/slideMasters/slideMaster2.xml" Id="Rc3508b4efb0842a2" /><Relationship Type="http://schemas.openxmlformats.org/officeDocument/2006/relationships/notesMaster" Target="/ppt/notesMasters/notesMaster1.xml" Id="R11d6ab26b656481f" /><Relationship Type="http://schemas.openxmlformats.org/officeDocument/2006/relationships/presProps" Target="/ppt/presProps.xml" Id="R6a0125e666b14be2" /><Relationship Type="http://schemas.openxmlformats.org/officeDocument/2006/relationships/tableStyles" Target="/ppt/tableStyles.xml" Id="Rffef4d67d0a74f2a" /><Relationship Type="http://schemas.openxmlformats.org/officeDocument/2006/relationships/slide" Target="/ppt/slides/slide1.xml" Id="R659ecb2c1e764910" /><Relationship Type="http://schemas.openxmlformats.org/officeDocument/2006/relationships/slide" Target="/ppt/slides/slide2.xml" Id="R27ed63dd05094649" /><Relationship Type="http://schemas.openxmlformats.org/officeDocument/2006/relationships/slide" Target="/ppt/slides/slide3.xml" Id="R5e6d33fa2f0d4e37" /><Relationship Type="http://schemas.openxmlformats.org/officeDocument/2006/relationships/slide" Target="/ppt/slides/slide4.xml" Id="Rab2e2bcba76b4c0c" /><Relationship Type="http://schemas.openxmlformats.org/officeDocument/2006/relationships/slide" Target="/ppt/slides/slide5.xml" Id="Reb7e50dc4d774669" /><Relationship Type="http://schemas.openxmlformats.org/officeDocument/2006/relationships/slide" Target="/ppt/slides/slide6.xml" Id="R5e906a61e0794892" /><Relationship Type="http://schemas.openxmlformats.org/officeDocument/2006/relationships/slide" Target="/ppt/slides/slide7.xml" Id="R8735556b909645bc" /><Relationship Type="http://schemas.openxmlformats.org/officeDocument/2006/relationships/slide" Target="/ppt/slides/slide8.xml" Id="R876a70de08794bde" /><Relationship Type="http://schemas.openxmlformats.org/officeDocument/2006/relationships/slide" Target="/ppt/slides/slide9.xml" Id="R153cb044d047411d" /><Relationship Type="http://schemas.openxmlformats.org/officeDocument/2006/relationships/slide" Target="/ppt/slides/slide10.xml" Id="Rad6880883b984461" /><Relationship Type="http://schemas.openxmlformats.org/officeDocument/2006/relationships/slide" Target="/ppt/slides/slide11.xml" Id="Raecefce1dd1e49df" /><Relationship Type="http://schemas.openxmlformats.org/officeDocument/2006/relationships/slide" Target="/ppt/slides/slide12.xml" Id="R384a6fe264d94c83" /><Relationship Type="http://schemas.openxmlformats.org/officeDocument/2006/relationships/slide" Target="/ppt/slides/slide13.xml" Id="Rcab09a76628247fd" /><Relationship Type="http://schemas.openxmlformats.org/officeDocument/2006/relationships/slide" Target="/ppt/slides/slide14.xml" Id="R0375a5f09bfe4cfe" /><Relationship Type="http://schemas.openxmlformats.org/officeDocument/2006/relationships/slide" Target="/ppt/slides/slide15.xml" Id="R0361fc73403e485f" /><Relationship Type="http://schemas.openxmlformats.org/officeDocument/2006/relationships/slide" Target="/ppt/slides/slide16.xml" Id="R95768982b6e24736" /><Relationship Type="http://schemas.openxmlformats.org/officeDocument/2006/relationships/slide" Target="/ppt/slides/slide17.xml" Id="R82ed3f35d6454603" /><Relationship Type="http://schemas.openxmlformats.org/officeDocument/2006/relationships/slide" Target="/ppt/slides/slide18.xml" Id="R9bd1564ad9fc411b" /><Relationship Type="http://schemas.openxmlformats.org/officeDocument/2006/relationships/slide" Target="/ppt/slides/slide19.xml" Id="Rf33a04a0706e4095" /><Relationship Type="http://schemas.openxmlformats.org/officeDocument/2006/relationships/slide" Target="/ppt/slides/slide20.xml" Id="R7692d28ad8d441a6" /><Relationship Type="http://schemas.openxmlformats.org/officeDocument/2006/relationships/slide" Target="/ppt/slides/slide21.xml" Id="Rda544477340f451e" /><Relationship Type="http://schemas.openxmlformats.org/officeDocument/2006/relationships/slide" Target="/ppt/slides/slide22.xml" Id="Ref7b3d0c3b0b4c33" /><Relationship Type="http://schemas.openxmlformats.org/officeDocument/2006/relationships/slide" Target="/ppt/slides/slide23.xml" Id="R3d13337615bc4659" /><Relationship Type="http://schemas.openxmlformats.org/officeDocument/2006/relationships/slide" Target="/ppt/slides/slide24.xml" Id="R9c9d13976ed24bc6" /><Relationship Type="http://schemas.openxmlformats.org/officeDocument/2006/relationships/slide" Target="/ppt/slides/slide25.xml" Id="R8372b1a5c3164b17" /><Relationship Type="http://schemas.openxmlformats.org/officeDocument/2006/relationships/slide" Target="/ppt/slides/slide26.xml" Id="R3249ca66721b46f3" /><Relationship Type="http://schemas.openxmlformats.org/officeDocument/2006/relationships/slide" Target="/ppt/slides/slide27.xml" Id="R80962f6bd3704708" /><Relationship Type="http://schemas.openxmlformats.org/officeDocument/2006/relationships/slide" Target="/ppt/slides/slide28.xml" Id="R48987d2647f84079" /><Relationship Type="http://schemas.openxmlformats.org/officeDocument/2006/relationships/slide" Target="/ppt/slides/slide29.xml" Id="R8b5f58febe2441d4" /><Relationship Type="http://schemas.openxmlformats.org/officeDocument/2006/relationships/slide" Target="/ppt/slides/slide30.xml" Id="Re6b58e28e18747f5" /><Relationship Type="http://schemas.openxmlformats.org/officeDocument/2006/relationships/slide" Target="/ppt/slides/slide31.xml" Id="R7b3ca2ffee9142ee" /><Relationship Type="http://schemas.openxmlformats.org/officeDocument/2006/relationships/slide" Target="/ppt/slides/slide32.xml" Id="R724a1efbb1d24050" /><Relationship Type="http://schemas.openxmlformats.org/officeDocument/2006/relationships/slide" Target="/ppt/slides/slide33.xml" Id="Rd16efdaa606b48a5" /><Relationship Type="http://schemas.openxmlformats.org/officeDocument/2006/relationships/slide" Target="/ppt/slides/slide34.xml" Id="R754539a4af0a4726" /><Relationship Type="http://schemas.openxmlformats.org/officeDocument/2006/relationships/slide" Target="/ppt/slides/slide35.xml" Id="R929007e81efb4aad" /><Relationship Type="http://schemas.openxmlformats.org/officeDocument/2006/relationships/slide" Target="/ppt/slides/slide36.xml" Id="R84cdb6d9e1334599" /><Relationship Type="http://schemas.openxmlformats.org/officeDocument/2006/relationships/slide" Target="/ppt/slides/slide37.xml" Id="R4bee1537af544fff" /><Relationship Type="http://schemas.openxmlformats.org/officeDocument/2006/relationships/slide" Target="/ppt/slides/slide38.xml" Id="Rf85f137e1a8f488c" /><Relationship Type="http://schemas.openxmlformats.org/officeDocument/2006/relationships/slide" Target="/ppt/slides/slide39.xml" Id="R954de6527bbf4583" /><Relationship Type="http://schemas.openxmlformats.org/officeDocument/2006/relationships/slide" Target="/ppt/slides/slide40.xml" Id="R03567b1833764836" /><Relationship Type="http://schemas.openxmlformats.org/officeDocument/2006/relationships/slide" Target="/ppt/slides/slide41.xml" Id="R517de5655ef848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7b5af6892ede40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75e0c37def43c7" /><Relationship Type="http://schemas.openxmlformats.org/officeDocument/2006/relationships/notesMaster" Target="/ppt/notesMasters/notesMaster1.xml" Id="Rba0f8d1da52b47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5352223d6f4f4d" /><Relationship Type="http://schemas.openxmlformats.org/officeDocument/2006/relationships/notesMaster" Target="/ppt/notesMasters/notesMaster1.xml" Id="R95951b72246844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b75fc5675740be" /><Relationship Type="http://schemas.openxmlformats.org/officeDocument/2006/relationships/notesMaster" Target="/ppt/notesMasters/notesMaster1.xml" Id="R3fb5aeb017db44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f75b895db04938" /><Relationship Type="http://schemas.openxmlformats.org/officeDocument/2006/relationships/notesMaster" Target="/ppt/notesMasters/notesMaster1.xml" Id="Rb5e5885fd2fc4a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1f608d99b94896" /><Relationship Type="http://schemas.openxmlformats.org/officeDocument/2006/relationships/notesMaster" Target="/ppt/notesMasters/notesMaster1.xml" Id="Rf76ba70a83c64c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bdda53f7c34da5" /><Relationship Type="http://schemas.openxmlformats.org/officeDocument/2006/relationships/notesMaster" Target="/ppt/notesMasters/notesMaster1.xml" Id="Rb73153995d734f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f8418b8b374fce" /><Relationship Type="http://schemas.openxmlformats.org/officeDocument/2006/relationships/notesMaster" Target="/ppt/notesMasters/notesMaster1.xml" Id="Rbbc7debb04914b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58fd2e7b8648a0" /><Relationship Type="http://schemas.openxmlformats.org/officeDocument/2006/relationships/notesMaster" Target="/ppt/notesMasters/notesMaster1.xml" Id="R5f0d028cc61f4f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4e159170904139" /><Relationship Type="http://schemas.openxmlformats.org/officeDocument/2006/relationships/notesMaster" Target="/ppt/notesMasters/notesMaster1.xml" Id="R644a9b1bedfa48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9fbb4168264e78" /><Relationship Type="http://schemas.openxmlformats.org/officeDocument/2006/relationships/notesMaster" Target="/ppt/notesMasters/notesMaster1.xml" Id="R70cb5c0bc9c042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05640f2b1764987" /><Relationship Type="http://schemas.openxmlformats.org/officeDocument/2006/relationships/notesMaster" Target="/ppt/notesMasters/notesMaster1.xml" Id="Rc7078aab13644ae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88ff3c0b55e4722" /><Relationship Type="http://schemas.openxmlformats.org/officeDocument/2006/relationships/notesMaster" Target="/ppt/notesMasters/notesMaster1.xml" Id="Rf4d3695b6d144a5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a34af9fe7864a1c" /><Relationship Type="http://schemas.openxmlformats.org/officeDocument/2006/relationships/notesMaster" Target="/ppt/notesMasters/notesMaster1.xml" Id="R2517854369274ee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c7d14a98aaa4569" /><Relationship Type="http://schemas.openxmlformats.org/officeDocument/2006/relationships/notesMaster" Target="/ppt/notesMasters/notesMaster1.xml" Id="R5e01d385cedf4a4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932a911003440a2" /><Relationship Type="http://schemas.openxmlformats.org/officeDocument/2006/relationships/notesMaster" Target="/ppt/notesMasters/notesMaster1.xml" Id="R9e40669aec4e482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3df0aa7c4984956" /><Relationship Type="http://schemas.openxmlformats.org/officeDocument/2006/relationships/notesMaster" Target="/ppt/notesMasters/notesMaster1.xml" Id="R01e98def79144b9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d73cf136e9a4f20" /><Relationship Type="http://schemas.openxmlformats.org/officeDocument/2006/relationships/notesMaster" Target="/ppt/notesMasters/notesMaster1.xml" Id="R73f92b480bcc403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7618e2580bc4d84" /><Relationship Type="http://schemas.openxmlformats.org/officeDocument/2006/relationships/notesMaster" Target="/ppt/notesMasters/notesMaster1.xml" Id="R09530dab886641d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831a980eb074b79" /><Relationship Type="http://schemas.openxmlformats.org/officeDocument/2006/relationships/notesMaster" Target="/ppt/notesMasters/notesMaster1.xml" Id="R72c8d32b4c95487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cedf2e4df2d4674" /><Relationship Type="http://schemas.openxmlformats.org/officeDocument/2006/relationships/notesMaster" Target="/ppt/notesMasters/notesMaster1.xml" Id="Rebace151d8d1434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05047a9713a40ba" /><Relationship Type="http://schemas.openxmlformats.org/officeDocument/2006/relationships/notesMaster" Target="/ppt/notesMasters/notesMaster1.xml" Id="R4846522175c148b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fa8cc320c084761" /><Relationship Type="http://schemas.openxmlformats.org/officeDocument/2006/relationships/notesMaster" Target="/ppt/notesMasters/notesMaster1.xml" Id="R003492624fd3461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e53748802224c42" /><Relationship Type="http://schemas.openxmlformats.org/officeDocument/2006/relationships/notesMaster" Target="/ppt/notesMasters/notesMaster1.xml" Id="R714f3343d69f4b5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cd6c3e925014129" /><Relationship Type="http://schemas.openxmlformats.org/officeDocument/2006/relationships/notesMaster" Target="/ppt/notesMasters/notesMaster1.xml" Id="R0d2318bda190436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4b08e82ca364c36" /><Relationship Type="http://schemas.openxmlformats.org/officeDocument/2006/relationships/notesMaster" Target="/ppt/notesMasters/notesMaster1.xml" Id="Rb8cf832304404cb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b3536cc02794115" /><Relationship Type="http://schemas.openxmlformats.org/officeDocument/2006/relationships/notesMaster" Target="/ppt/notesMasters/notesMaster1.xml" Id="R79603f70da054a2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1dee027d3b048c7" /><Relationship Type="http://schemas.openxmlformats.org/officeDocument/2006/relationships/notesMaster" Target="/ppt/notesMasters/notesMaster1.xml" Id="Rd9d45b7d454c48d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9ca34e551fd48e4" /><Relationship Type="http://schemas.openxmlformats.org/officeDocument/2006/relationships/notesMaster" Target="/ppt/notesMasters/notesMaster1.xml" Id="R721089c1766e44a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6d4480188224375" /><Relationship Type="http://schemas.openxmlformats.org/officeDocument/2006/relationships/notesMaster" Target="/ppt/notesMasters/notesMaster1.xml" Id="R7b4e1ead5f2342c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ec43af386e24226" /><Relationship Type="http://schemas.openxmlformats.org/officeDocument/2006/relationships/notesMaster" Target="/ppt/notesMasters/notesMaster1.xml" Id="R8de42fa6f67c475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84e72b6f8ab41db" /><Relationship Type="http://schemas.openxmlformats.org/officeDocument/2006/relationships/notesMaster" Target="/ppt/notesMasters/notesMaster1.xml" Id="Reb8dd9995b53463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ae800df8aae42d4" /><Relationship Type="http://schemas.openxmlformats.org/officeDocument/2006/relationships/notesMaster" Target="/ppt/notesMasters/notesMaster1.xml" Id="Rfb76066783fc443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3d95131a6544ad0" /><Relationship Type="http://schemas.openxmlformats.org/officeDocument/2006/relationships/notesMaster" Target="/ppt/notesMasters/notesMaster1.xml" Id="Rbdb554b1bf2649f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880219b035d46c6" /><Relationship Type="http://schemas.openxmlformats.org/officeDocument/2006/relationships/notesMaster" Target="/ppt/notesMasters/notesMaster1.xml" Id="Rf96eecb433ff4d8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655c2cab9314918" /><Relationship Type="http://schemas.openxmlformats.org/officeDocument/2006/relationships/notesMaster" Target="/ppt/notesMasters/notesMaster1.xml" Id="Rf0a3612335234fc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220d97388e844eb" /><Relationship Type="http://schemas.openxmlformats.org/officeDocument/2006/relationships/notesMaster" Target="/ppt/notesMasters/notesMaster1.xml" Id="Rfbe1159cb70146b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9c2a2186b2e4638" /><Relationship Type="http://schemas.openxmlformats.org/officeDocument/2006/relationships/notesMaster" Target="/ppt/notesMasters/notesMaster1.xml" Id="R55f1ab89a4fa404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169f99f604e413e" /><Relationship Type="http://schemas.openxmlformats.org/officeDocument/2006/relationships/notesMaster" Target="/ppt/notesMasters/notesMaster1.xml" Id="R36bc53248b014e9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4ba198916d843e7" /><Relationship Type="http://schemas.openxmlformats.org/officeDocument/2006/relationships/notesMaster" Target="/ppt/notesMasters/notesMaster1.xml" Id="R2ea1bdcd82664bd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c0374b1b80d4fc4" /><Relationship Type="http://schemas.openxmlformats.org/officeDocument/2006/relationships/notesMaster" Target="/ppt/notesMasters/notesMaster1.xml" Id="R2906e92717b743e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364c07d919b4f3e" /><Relationship Type="http://schemas.openxmlformats.org/officeDocument/2006/relationships/notesMaster" Target="/ppt/notesMasters/notesMaster1.xml" Id="Rcc91ff95447940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KK text map: content/localizations/staged-2026-09-01/presentations/pozharnaya-bezopasnost/kk/text-map.json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cb1dc9cd7f45a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d157c17e6b14d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Work Safety — базовы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d7958ac93142ae" /><Relationship Type="http://schemas.openxmlformats.org/officeDocument/2006/relationships/slideLayout" Target="/ppt/slideLayouts/slideLayout1.xml" Id="R596bb12adb324ad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1b836bccecee4649" /><Relationship Type="http://schemas.openxmlformats.org/officeDocument/2006/relationships/slideLayout" Target="/ppt/slideLayouts/slideLayout2.xml" Id="Rede0602f5c6a4b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6bb12adb324a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Work Safety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ede0602f5c6a4bb2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89c316c36d43c8" /><Relationship Type="http://schemas.openxmlformats.org/officeDocument/2006/relationships/image" Target="/ppt/media/image.jpeg" Id="Ref88350cb1ef40cf" /><Relationship Type="http://schemas.openxmlformats.org/officeDocument/2006/relationships/image" Target="/ppt/media/image.png" Id="R810ec10e0de749dc" /><Relationship Type="http://schemas.openxmlformats.org/officeDocument/2006/relationships/notesSlide" Target="/ppt/notesSlides/notesSlide1.xml" Id="Ra7e6c9d629c247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7476bb802b4417" /><Relationship Type="http://schemas.openxmlformats.org/officeDocument/2006/relationships/image" Target="/ppt/media/image2.png" Id="R10ba11086750498b" /><Relationship Type="http://schemas.openxmlformats.org/officeDocument/2006/relationships/notesSlide" Target="/ppt/notesSlides/notesSlide2.xml" Id="R7b0d074c685e41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c9995683ef423f" /><Relationship Type="http://schemas.openxmlformats.org/officeDocument/2006/relationships/image" Target="/ppt/media/image3.png" Id="R1c918f2351324142" /><Relationship Type="http://schemas.openxmlformats.org/officeDocument/2006/relationships/notesSlide" Target="/ppt/notesSlides/notesSlide3.xml" Id="R3d2dac91740749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b0ad188ff54dac" /><Relationship Type="http://schemas.openxmlformats.org/officeDocument/2006/relationships/image" Target="/ppt/media/image2.jpeg" Id="R4a710cf0d60d4057" /><Relationship Type="http://schemas.openxmlformats.org/officeDocument/2006/relationships/image" Target="/ppt/media/image4.png" Id="R8cdd6098cf244e93" /><Relationship Type="http://schemas.openxmlformats.org/officeDocument/2006/relationships/notesSlide" Target="/ppt/notesSlides/notesSlide4.xml" Id="Rfa921a0b6da54f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42aa0c2627430d" /><Relationship Type="http://schemas.openxmlformats.org/officeDocument/2006/relationships/image" Target="/ppt/media/image5.png" Id="R99783272b7f54a36" /><Relationship Type="http://schemas.openxmlformats.org/officeDocument/2006/relationships/notesSlide" Target="/ppt/notesSlides/notesSlide5.xml" Id="Rdd38de31c6094e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27176254bf4185" /><Relationship Type="http://schemas.openxmlformats.org/officeDocument/2006/relationships/image" Target="/ppt/media/image6.png" Id="Re0e0e5c71bfe4896" /><Relationship Type="http://schemas.openxmlformats.org/officeDocument/2006/relationships/notesSlide" Target="/ppt/notesSlides/notesSlide6.xml" Id="R8cf3e73355754f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e556a0d5034f09" /><Relationship Type="http://schemas.openxmlformats.org/officeDocument/2006/relationships/image" Target="/ppt/media/image7.png" Id="Ra5843e2d44f6473b" /><Relationship Type="http://schemas.openxmlformats.org/officeDocument/2006/relationships/notesSlide" Target="/ppt/notesSlides/notesSlide7.xml" Id="R3ec58c39b2554c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5d77b6c27b431c" /><Relationship Type="http://schemas.openxmlformats.org/officeDocument/2006/relationships/image" Target="/ppt/media/image3.jpeg" Id="Rc9990df0318d4eed" /><Relationship Type="http://schemas.openxmlformats.org/officeDocument/2006/relationships/image" Target="/ppt/media/image8.png" Id="R25149fcef218402d" /><Relationship Type="http://schemas.openxmlformats.org/officeDocument/2006/relationships/notesSlide" Target="/ppt/notesSlides/notesSlide8.xml" Id="Ra432628b901047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4a997503ce4e68" /><Relationship Type="http://schemas.openxmlformats.org/officeDocument/2006/relationships/image" Target="/ppt/media/image9.png" Id="Rbbee956859f3477b" /><Relationship Type="http://schemas.openxmlformats.org/officeDocument/2006/relationships/notesSlide" Target="/ppt/notesSlides/notesSlide9.xml" Id="R32e25cb725f24e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388e6efd3945d9" /><Relationship Type="http://schemas.openxmlformats.org/officeDocument/2006/relationships/image" Target="/ppt/media/image10.png" Id="Rb00d495db5254a43" /><Relationship Type="http://schemas.openxmlformats.org/officeDocument/2006/relationships/notesSlide" Target="/ppt/notesSlides/notesSlide10.xml" Id="R614f98010b1042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d4ab955b6b48f3" /><Relationship Type="http://schemas.openxmlformats.org/officeDocument/2006/relationships/image" Target="/ppt/media/image11.png" Id="Rcf6ab75e53b9418e" /><Relationship Type="http://schemas.openxmlformats.org/officeDocument/2006/relationships/notesSlide" Target="/ppt/notesSlides/notesSlide11.xml" Id="R0a6a5621d9544f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ac779d050d4d06" /><Relationship Type="http://schemas.openxmlformats.org/officeDocument/2006/relationships/image" Target="/ppt/media/image12.png" Id="Rffb15f3af53e499a" /><Relationship Type="http://schemas.openxmlformats.org/officeDocument/2006/relationships/notesSlide" Target="/ppt/notesSlides/notesSlide12.xml" Id="R09ebeda7a37c48f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8610fd0bbf43d7" /><Relationship Type="http://schemas.openxmlformats.org/officeDocument/2006/relationships/image" Target="/ppt/media/image13.png" Id="R40da878b3a8e48a3" /><Relationship Type="http://schemas.openxmlformats.org/officeDocument/2006/relationships/notesSlide" Target="/ppt/notesSlides/notesSlide13.xml" Id="Rb86aa4115fc34d8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cbbf9b01c34c3c" /><Relationship Type="http://schemas.openxmlformats.org/officeDocument/2006/relationships/image" Target="/ppt/media/image14.png" Id="R83efd86c0e9c4b82" /><Relationship Type="http://schemas.openxmlformats.org/officeDocument/2006/relationships/notesSlide" Target="/ppt/notesSlides/notesSlide14.xml" Id="R29e7c9d845fd4b5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abdb863d074c45" /><Relationship Type="http://schemas.openxmlformats.org/officeDocument/2006/relationships/image" Target="/ppt/media/image15.png" Id="R1c229e9ca58c4a6c" /><Relationship Type="http://schemas.openxmlformats.org/officeDocument/2006/relationships/notesSlide" Target="/ppt/notesSlides/notesSlide15.xml" Id="R0aa6b1d73fc9433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abac82bcbb42c0" /><Relationship Type="http://schemas.openxmlformats.org/officeDocument/2006/relationships/image" Target="/ppt/media/image16.png" Id="Rc7add9a12d234f17" /><Relationship Type="http://schemas.openxmlformats.org/officeDocument/2006/relationships/notesSlide" Target="/ppt/notesSlides/notesSlide16.xml" Id="R7cc6fc94739942a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d8d4a54ad844dc" /><Relationship Type="http://schemas.openxmlformats.org/officeDocument/2006/relationships/image" Target="/ppt/media/image17.png" Id="R9f722c7527e74b7d" /><Relationship Type="http://schemas.openxmlformats.org/officeDocument/2006/relationships/notesSlide" Target="/ppt/notesSlides/notesSlide17.xml" Id="R7d181796b81f4dd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e1ee6df553486b" /><Relationship Type="http://schemas.openxmlformats.org/officeDocument/2006/relationships/image" Target="/ppt/media/image18.png" Id="Rfe81ce179de84313" /><Relationship Type="http://schemas.openxmlformats.org/officeDocument/2006/relationships/notesSlide" Target="/ppt/notesSlides/notesSlide18.xml" Id="R421e9a2c5e71459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79ca837ed24cc2" /><Relationship Type="http://schemas.openxmlformats.org/officeDocument/2006/relationships/image" Target="/ppt/media/image19.png" Id="Rc9b1c2ccfc2c4e0f" /><Relationship Type="http://schemas.openxmlformats.org/officeDocument/2006/relationships/notesSlide" Target="/ppt/notesSlides/notesSlide19.xml" Id="R935b132550914b2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1e0c6ff3714ccb" /><Relationship Type="http://schemas.openxmlformats.org/officeDocument/2006/relationships/image" Target="/ppt/media/image20.png" Id="R743bac6c4377406f" /><Relationship Type="http://schemas.openxmlformats.org/officeDocument/2006/relationships/notesSlide" Target="/ppt/notesSlides/notesSlide20.xml" Id="Rdad42364db904eb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a3211878c54256" /><Relationship Type="http://schemas.openxmlformats.org/officeDocument/2006/relationships/image" Target="/ppt/media/image21.png" Id="Ra69137433b484e47" /><Relationship Type="http://schemas.openxmlformats.org/officeDocument/2006/relationships/notesSlide" Target="/ppt/notesSlides/notesSlide21.xml" Id="R16153abcd24e4e6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c0fe2281644a69" /><Relationship Type="http://schemas.openxmlformats.org/officeDocument/2006/relationships/image" Target="/ppt/media/image22.png" Id="Rdad78ff34d6847c0" /><Relationship Type="http://schemas.openxmlformats.org/officeDocument/2006/relationships/notesSlide" Target="/ppt/notesSlides/notesSlide22.xml" Id="Rc177e9fde75146e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b73e7e7bbe4d3d" /><Relationship Type="http://schemas.openxmlformats.org/officeDocument/2006/relationships/image" Target="/ppt/media/image23.png" Id="Ra9c29229e95c462a" /><Relationship Type="http://schemas.openxmlformats.org/officeDocument/2006/relationships/notesSlide" Target="/ppt/notesSlides/notesSlide23.xml" Id="Re6b9e6680a23416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23a8ac14f14a85" /><Relationship Type="http://schemas.openxmlformats.org/officeDocument/2006/relationships/image" Target="/ppt/media/image4.jpeg" Id="R8c58b5556ca54fe0" /><Relationship Type="http://schemas.openxmlformats.org/officeDocument/2006/relationships/image" Target="/ppt/media/image24.png" Id="R07750d3ee72d42d6" /><Relationship Type="http://schemas.openxmlformats.org/officeDocument/2006/relationships/notesSlide" Target="/ppt/notesSlides/notesSlide24.xml" Id="R18e1f892a3b14c9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a31c611bc44c08" /><Relationship Type="http://schemas.openxmlformats.org/officeDocument/2006/relationships/image" Target="/ppt/media/image25.png" Id="Rddb1b64b9869421f" /><Relationship Type="http://schemas.openxmlformats.org/officeDocument/2006/relationships/notesSlide" Target="/ppt/notesSlides/notesSlide25.xml" Id="R63367da3bb5c45f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54626356ff4387" /><Relationship Type="http://schemas.openxmlformats.org/officeDocument/2006/relationships/image" Target="/ppt/media/image5.jpeg" Id="R09e8ee730dd2453a" /><Relationship Type="http://schemas.openxmlformats.org/officeDocument/2006/relationships/image" Target="/ppt/media/image26.png" Id="Raddf1a3711894e92" /><Relationship Type="http://schemas.openxmlformats.org/officeDocument/2006/relationships/notesSlide" Target="/ppt/notesSlides/notesSlide26.xml" Id="Ref04370a50484f9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5a57a10b374731" /><Relationship Type="http://schemas.openxmlformats.org/officeDocument/2006/relationships/image" Target="/ppt/media/image27.png" Id="R06e9d5aef6d44eae" /><Relationship Type="http://schemas.openxmlformats.org/officeDocument/2006/relationships/notesSlide" Target="/ppt/notesSlides/notesSlide27.xml" Id="Rb7bb2b1ebc934f4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f630a215f046d7" /><Relationship Type="http://schemas.openxmlformats.org/officeDocument/2006/relationships/image" Target="/ppt/media/image28.png" Id="Rc6d9ddf49f67423b" /><Relationship Type="http://schemas.openxmlformats.org/officeDocument/2006/relationships/notesSlide" Target="/ppt/notesSlides/notesSlide28.xml" Id="R05ff8242a4f545d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3ab24cfb894392" /><Relationship Type="http://schemas.openxmlformats.org/officeDocument/2006/relationships/image" Target="/ppt/media/image29.png" Id="R3e433e5d07384ef8" /><Relationship Type="http://schemas.openxmlformats.org/officeDocument/2006/relationships/notesSlide" Target="/ppt/notesSlides/notesSlide29.xml" Id="R6481466ba2974c7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7ac38f22a24c25" /><Relationship Type="http://schemas.openxmlformats.org/officeDocument/2006/relationships/image" Target="/ppt/media/image30.png" Id="R3ba8331dc9b14670" /><Relationship Type="http://schemas.openxmlformats.org/officeDocument/2006/relationships/notesSlide" Target="/ppt/notesSlides/notesSlide30.xml" Id="R2480605dd05a4e9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adbe0ffb284946" /><Relationship Type="http://schemas.openxmlformats.org/officeDocument/2006/relationships/image" Target="/ppt/media/image31.png" Id="R4a67db31d60743b0" /><Relationship Type="http://schemas.openxmlformats.org/officeDocument/2006/relationships/notesSlide" Target="/ppt/notesSlides/notesSlide31.xml" Id="Rbcd84edc6627495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9a7d4193ec4a87" /><Relationship Type="http://schemas.openxmlformats.org/officeDocument/2006/relationships/image" Target="/ppt/media/image32.png" Id="R9a8d6521b74d449a" /><Relationship Type="http://schemas.openxmlformats.org/officeDocument/2006/relationships/notesSlide" Target="/ppt/notesSlides/notesSlide32.xml" Id="R92bd5f5cd748455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397163faca4830" /><Relationship Type="http://schemas.openxmlformats.org/officeDocument/2006/relationships/image" Target="/ppt/media/image33.png" Id="R20cf9f1baa694921" /><Relationship Type="http://schemas.openxmlformats.org/officeDocument/2006/relationships/notesSlide" Target="/ppt/notesSlides/notesSlide33.xml" Id="R9d7b0aceda02494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2071b937f44357" /><Relationship Type="http://schemas.openxmlformats.org/officeDocument/2006/relationships/image" Target="/ppt/media/image34.png" Id="Ra4bb067622ea40af" /><Relationship Type="http://schemas.openxmlformats.org/officeDocument/2006/relationships/notesSlide" Target="/ppt/notesSlides/notesSlide34.xml" Id="R02a6c0cf311443e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1af95e082c4c24" /><Relationship Type="http://schemas.openxmlformats.org/officeDocument/2006/relationships/image" Target="/ppt/media/image35.png" Id="R3f4034d5aa624683" /><Relationship Type="http://schemas.openxmlformats.org/officeDocument/2006/relationships/notesSlide" Target="/ppt/notesSlides/notesSlide35.xml" Id="R29cc0cf207694c1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4ff051ce5b4726" /><Relationship Type="http://schemas.openxmlformats.org/officeDocument/2006/relationships/image" Target="/ppt/media/image36.png" Id="R0bda5a193f594fd8" /><Relationship Type="http://schemas.openxmlformats.org/officeDocument/2006/relationships/notesSlide" Target="/ppt/notesSlides/notesSlide36.xml" Id="R103b35b93ded405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2184ab3e134e13" /><Relationship Type="http://schemas.openxmlformats.org/officeDocument/2006/relationships/image" Target="/ppt/media/image37.png" Id="R236215353b024bd0" /><Relationship Type="http://schemas.openxmlformats.org/officeDocument/2006/relationships/notesSlide" Target="/ppt/notesSlides/notesSlide37.xml" Id="R1bc3ab5abfb34b3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b502322da2460e" /><Relationship Type="http://schemas.openxmlformats.org/officeDocument/2006/relationships/image" Target="/ppt/media/image38.png" Id="Rf084bc9ae8104da8" /><Relationship Type="http://schemas.openxmlformats.org/officeDocument/2006/relationships/notesSlide" Target="/ppt/notesSlides/notesSlide38.xml" Id="Ra28557e157ac483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aa30976fac4fa6" /><Relationship Type="http://schemas.openxmlformats.org/officeDocument/2006/relationships/image" Target="/ppt/media/image39.png" Id="R345da9d020d64ba3" /><Relationship Type="http://schemas.openxmlformats.org/officeDocument/2006/relationships/notesSlide" Target="/ppt/notesSlides/notesSlide39.xml" Id="Rea569898a46b45b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8c23f4f5c242ea" /><Relationship Type="http://schemas.openxmlformats.org/officeDocument/2006/relationships/image" Target="/ppt/media/image40.png" Id="R1d7ca040658c4bf7" /><Relationship Type="http://schemas.openxmlformats.org/officeDocument/2006/relationships/notesSlide" Target="/ppt/notesSlides/notesSlide40.xml" Id="Rf45880e18be044d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588428357547e8" /><Relationship Type="http://schemas.openxmlformats.org/officeDocument/2006/relationships/image" Target="/ppt/media/image41.png" Id="Rfa118abd987c4aad" /><Relationship Type="http://schemas.openxmlformats.org/officeDocument/2006/relationships/notesSlide" Target="/ppt/notesSlides/notesSlide41.xml" Id="Raf558e5d2f6e4b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01EE3E-CAF1-416F-9757-FDEF1607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VISUAL_05_s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88350cb1ef40c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524750" y="1104900"/>
            <a:ext cx="4095750" cy="476250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7C89E-513C-41A1-AD81-EF69C942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04900"/>
            <a:ext cx="762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URSE_KICKER">
            <a:extLst xmlns:a="http://schemas.openxmlformats.org/drawingml/2006/main">
              <a:ext uri="{FF2B5EF4-FFF2-40B4-BE49-F238E27FC236}">
                <a16:creationId xmlns:a16="http://schemas.microsoft.com/office/drawing/2014/main" id="{8C57AA26-D493-4A5B-964A-061358C2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ОҚУ КУРСЫ</a:t>
            </a:r>
          </a:p>
        </p:txBody>
      </p:sp>
      <p:sp>
        <p:nvSpPr>
          <p:cNvPr id="5" name="DECK_TITLE">
            <a:extLst xmlns:a="http://schemas.openxmlformats.org/drawingml/2006/main">
              <a:ext uri="{FF2B5EF4-FFF2-40B4-BE49-F238E27FC236}">
                <a16:creationId xmlns:a16="http://schemas.microsoft.com/office/drawing/2014/main" id="{6E4EDA13-0C33-49C0-BC97-52C0CD11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5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09913-AD44-43E5-8999-171387D8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CK_SUBTITLE">
            <a:extLst xmlns:a="http://schemas.openxmlformats.org/drawingml/2006/main">
              <a:ext uri="{FF2B5EF4-FFF2-40B4-BE49-F238E27FC236}">
                <a16:creationId xmlns:a16="http://schemas.microsoft.com/office/drawing/2014/main" id="{5957E934-384C-4ABF-9C35-F029219E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Өрттің алдын алу, эвакуация және өрт сөндіргішті қауіпсіз пайдалану</a:t>
            </a:r>
          </a:p>
        </p:txBody>
      </p:sp>
      <p:sp>
        <p:nvSpPr>
          <p:cNvPr id="8" name="DECK_AUDIENCE">
            <a:extLst xmlns:a="http://schemas.openxmlformats.org/drawingml/2006/main">
              <a:ext uri="{FF2B5EF4-FFF2-40B4-BE49-F238E27FC236}">
                <a16:creationId xmlns:a16="http://schemas.microsoft.com/office/drawing/2014/main" id="{2495FCF6-2BDC-4735-AA3B-149B8B13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D625F"/>
                </a:solidFill>
                <a:latin typeface="Arial"/>
                <a:ea typeface="Arial"/>
                <a:cs typeface="Arial"/>
              </a:rPr>
              <a:t>Жұмысшылар мен желілік қызметкерлерді оқыту курсы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4F7235-0FB0-4BF6-AB8E-40F758CD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1A707A4-55FB-4786-9232-5331E5C1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CD918BF6-8A9F-442D-A5E7-5D946073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2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0ec10e0de749d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5755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4DC1C3-9781-4D83-AAA5-522DAA3F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F6DA2E86-5BBA-4BB6-8A64-5C2C1DB0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Курстан кейін жұмыскер мүмкін болады</a:t>
            </a:r>
          </a:p>
        </p:txBody>
      </p:sp>
      <p:sp>
        <p:nvSpPr>
          <p:cNvPr id="3" name="LIST_NUMBER_1">
            <a:extLst xmlns:a="http://schemas.openxmlformats.org/drawingml/2006/main">
              <a:ext uri="{FF2B5EF4-FFF2-40B4-BE49-F238E27FC236}">
                <a16:creationId xmlns:a16="http://schemas.microsoft.com/office/drawing/2014/main" id="{E416D6E3-A644-4A31-8BCE-BBEB3AD2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AB807-2B6A-4F04-9A70-E73111DE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LIST_ITEM_1">
            <a:extLst xmlns:a="http://schemas.openxmlformats.org/drawingml/2006/main">
              <a:ext uri="{FF2B5EF4-FFF2-40B4-BE49-F238E27FC236}">
                <a16:creationId xmlns:a16="http://schemas.microsoft.com/office/drawing/2014/main" id="{1EC6BE81-39C2-42E0-B091-8F50F123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716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Түтін, жану иісі, дабыл немесе ашық өрт кезіндегі алғашқы әрекеттерді атаңыз.</a:t>
            </a:r>
          </a:p>
        </p:txBody>
      </p:sp>
      <p:sp>
        <p:nvSpPr>
          <p:cNvPr id="6" name="LIST_NUMBER_2">
            <a:extLst xmlns:a="http://schemas.openxmlformats.org/drawingml/2006/main">
              <a:ext uri="{FF2B5EF4-FFF2-40B4-BE49-F238E27FC236}">
                <a16:creationId xmlns:a16="http://schemas.microsoft.com/office/drawing/2014/main" id="{8C3A5EFE-4EDF-4927-BFBD-04423995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966FB-FF86-4D67-9B00-76B7A760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146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8" name="LIST_ITEM_2">
            <a:extLst xmlns:a="http://schemas.openxmlformats.org/drawingml/2006/main">
              <a:ext uri="{FF2B5EF4-FFF2-40B4-BE49-F238E27FC236}">
                <a16:creationId xmlns:a16="http://schemas.microsoft.com/office/drawing/2014/main" id="{CBE24CB8-C465-4553-9639-0EF389EC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860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Өрт жағдайларын, қауіптілігін және өртті тоқтату әдістерін түсініңіз.</a:t>
            </a:r>
          </a:p>
        </p:txBody>
      </p:sp>
      <p:sp>
        <p:nvSpPr>
          <p:cNvPr id="9" name="LIST_NUMBER_3">
            <a:extLst xmlns:a="http://schemas.openxmlformats.org/drawingml/2006/main">
              <a:ext uri="{FF2B5EF4-FFF2-40B4-BE49-F238E27FC236}">
                <a16:creationId xmlns:a16="http://schemas.microsoft.com/office/drawing/2014/main" id="{D3F67868-7BFD-4C17-A789-ED0421FD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868681-5018-4E18-8D75-6B6F568D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1" name="LIST_ITEM_3">
            <a:extLst xmlns:a="http://schemas.openxmlformats.org/drawingml/2006/main">
              <a:ext uri="{FF2B5EF4-FFF2-40B4-BE49-F238E27FC236}">
                <a16:creationId xmlns:a16="http://schemas.microsoft.com/office/drawing/2014/main" id="{215CBF76-CA1A-46CE-A3ED-4D076596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004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Таңбаға сәйкес сәйкес өрт сөндіргіш таңдаңыз және сөндіру қауіпсіздігін бағалаңыз.</a:t>
            </a:r>
          </a:p>
        </p:txBody>
      </p:sp>
      <p:sp>
        <p:nvSpPr>
          <p:cNvPr id="12" name="LIST_NUMBER_4">
            <a:extLst xmlns:a="http://schemas.openxmlformats.org/drawingml/2006/main">
              <a:ext uri="{FF2B5EF4-FFF2-40B4-BE49-F238E27FC236}">
                <a16:creationId xmlns:a16="http://schemas.microsoft.com/office/drawing/2014/main" id="{DF1E8FEE-62BE-4855-B12E-773BEFED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20B250-3A70-4C4B-8693-54DF3ECB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43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4" name="LIST_ITEM_4">
            <a:extLst xmlns:a="http://schemas.openxmlformats.org/drawingml/2006/main">
              <a:ext uri="{FF2B5EF4-FFF2-40B4-BE49-F238E27FC236}">
                <a16:creationId xmlns:a16="http://schemas.microsoft.com/office/drawing/2014/main" id="{438D7FB6-4986-4438-B4BE-FE6F01CE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148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Эвакуациялаңыз, 101/112 нөміріне хабарлаңыз және жинау орнында әрекет етіңіз.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458C62-B6EC-4203-B8FC-736BD4C6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34290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1D751D-CDDC-4BBA-8BF9-F098991C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150E7854-C8C1-4D97-983B-45F371BD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29718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Тіршілік пен қауіпсіздік эвакуация мүлік пен өрт сөндіруге қарағанда басым.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33FC15-2C50-4061-9D70-D8FDDCE1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1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80A42B8D-58A0-4730-80BA-75E9EA55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Стандарт: Өрт қауіпсіздігі ережелері</a:t>
            </a:r>
          </a:p>
        </p:txBody>
      </p:sp>
      <p:sp>
        <p:nvSpPr>
          <p:cNvPr id="2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4C896A3-9380-4230-A4DB-1B9DB827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2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A71CAAE-E7E0-47FD-91E5-90FCD42A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4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ba11086750498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1339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D02751-CCDA-4B80-88E3-C616AD80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E68F226-1F9D-4318-8DC9-3EAC9C4A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Курс логикасы</a:t>
            </a:r>
          </a:p>
        </p:txBody>
      </p:sp>
      <p:sp>
        <p:nvSpPr>
          <p:cNvPr id="3" name="LIST_NUMBER_1">
            <a:extLst xmlns:a="http://schemas.openxmlformats.org/drawingml/2006/main">
              <a:ext uri="{FF2B5EF4-FFF2-40B4-BE49-F238E27FC236}">
                <a16:creationId xmlns:a16="http://schemas.microsoft.com/office/drawing/2014/main" id="{A7AA30FB-0B8B-41E7-9400-152E67CA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38147-B5CB-4068-9E1E-58377100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LIST_ITEM_1">
            <a:extLst xmlns:a="http://schemas.openxmlformats.org/drawingml/2006/main">
              <a:ext uri="{FF2B5EF4-FFF2-40B4-BE49-F238E27FC236}">
                <a16:creationId xmlns:a16="http://schemas.microsoft.com/office/drawing/2014/main" id="{A5A825B3-0DEB-45B8-9E26-B399C2DB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716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Алғашқы әрекеттер және жанудың негіздері.</a:t>
            </a:r>
          </a:p>
        </p:txBody>
      </p:sp>
      <p:sp>
        <p:nvSpPr>
          <p:cNvPr id="6" name="LIST_NUMBER_2">
            <a:extLst xmlns:a="http://schemas.openxmlformats.org/drawingml/2006/main">
              <a:ext uri="{FF2B5EF4-FFF2-40B4-BE49-F238E27FC236}">
                <a16:creationId xmlns:a16="http://schemas.microsoft.com/office/drawing/2014/main" id="{99934547-C163-4520-B995-DCC2D59C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A8448D-FA6C-46CC-A613-917A5565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81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8" name="LIST_ITEM_2">
            <a:extLst xmlns:a="http://schemas.openxmlformats.org/drawingml/2006/main">
              <a:ext uri="{FF2B5EF4-FFF2-40B4-BE49-F238E27FC236}">
                <a16:creationId xmlns:a16="http://schemas.microsoft.com/office/drawing/2014/main" id="{1B631C7D-F6BF-4E5E-8556-58C54B84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527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Өрт сыныптары және өрт сөндіргішті таңдау.</a:t>
            </a:r>
          </a:p>
        </p:txBody>
      </p:sp>
      <p:sp>
        <p:nvSpPr>
          <p:cNvPr id="9" name="LIST_NUMBER_3">
            <a:extLst xmlns:a="http://schemas.openxmlformats.org/drawingml/2006/main">
              <a:ext uri="{FF2B5EF4-FFF2-40B4-BE49-F238E27FC236}">
                <a16:creationId xmlns:a16="http://schemas.microsoft.com/office/drawing/2014/main" id="{08E6BA8C-EF2C-4D2C-BC12-EEECEC79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C900CB-CB6C-47A8-BC8C-4D28811C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1" name="LIST_ITEM_3">
            <a:extLst xmlns:a="http://schemas.openxmlformats.org/drawingml/2006/main">
              <a:ext uri="{FF2B5EF4-FFF2-40B4-BE49-F238E27FC236}">
                <a16:creationId xmlns:a16="http://schemas.microsoft.com/office/drawing/2014/main" id="{8AA0A1A8-23CC-4AA8-9051-4921DB6F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эвакуация, хабар және жинау нүктесі.</a:t>
            </a:r>
          </a:p>
        </p:txBody>
      </p:sp>
      <p:sp>
        <p:nvSpPr>
          <p:cNvPr id="12" name="LIST_NUMBER_4">
            <a:extLst xmlns:a="http://schemas.openxmlformats.org/drawingml/2006/main">
              <a:ext uri="{FF2B5EF4-FFF2-40B4-BE49-F238E27FC236}">
                <a16:creationId xmlns:a16="http://schemas.microsoft.com/office/drawing/2014/main" id="{08888FC4-85E9-4CD1-B5CF-4CFD4239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AE097D-FE3B-4407-808D-2A4F093F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43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4" name="LIST_ITEM_4">
            <a:extLst xmlns:a="http://schemas.openxmlformats.org/drawingml/2006/main">
              <a:ext uri="{FF2B5EF4-FFF2-40B4-BE49-F238E27FC236}">
                <a16:creationId xmlns:a16="http://schemas.microsoft.com/office/drawing/2014/main" id="{7A38CB94-40C3-4349-A399-B90E94CA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148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Алдын алу және отты жұмыстар.</a:t>
            </a:r>
          </a:p>
        </p:txBody>
      </p:sp>
      <p:sp>
        <p:nvSpPr>
          <p:cNvPr id="15" name="LIST_NUMBER_5">
            <a:extLst xmlns:a="http://schemas.openxmlformats.org/drawingml/2006/main">
              <a:ext uri="{FF2B5EF4-FFF2-40B4-BE49-F238E27FC236}">
                <a16:creationId xmlns:a16="http://schemas.microsoft.com/office/drawing/2014/main" id="{58B9DDD0-2734-46CB-BF4E-1C989737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9E88AD-4436-4111-84FD-90639985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24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7" name="LIST_ITEM_5">
            <a:extLst xmlns:a="http://schemas.openxmlformats.org/drawingml/2006/main">
              <a:ext uri="{FF2B5EF4-FFF2-40B4-BE49-F238E27FC236}">
                <a16:creationId xmlns:a16="http://schemas.microsoft.com/office/drawing/2014/main" id="{D8AC4BE9-D3BF-4DA0-9CBD-5B3AC34D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958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Практикалық сценарийлер және қорытынды алгоритм.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0476FF-DD7F-4F42-BC03-EE15A825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381250" cy="29527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CC4119-B35E-4BDF-A226-37CC58A4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381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КУРС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58ABCA-7548-43DA-8A9E-A9D436CE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957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семантикалық блоктар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B28507-6C3D-41C5-B47C-94F598D7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5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6D43BEB-8F6F-4879-8B27-C0F07B4A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26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5441B6D-260C-4D84-A3FB-D6DD42C1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5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918f2351324142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29" name="AGENDA_COUNT_CIRCLE">
            <a:extLst xmlns:a="http://schemas.openxmlformats.org/drawingml/2006/main">
              <a:ext uri="{FF2B5EF4-FFF2-40B4-BE49-F238E27FC236}">
                <a16:creationId xmlns:a16="http://schemas.microsoft.com/office/drawing/2014/main" id="{C9249DF2-5E02-4B16-90BE-C6A4389C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575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750831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BFD39-E1F3-4F61-A350-852B1AE6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5_s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10cf0d60d405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E808EFFD-A88A-47F2-9E85-15FF6230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B4A72-54AF-4987-9FDA-CB9C477B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BABC5984-5BBE-492C-A215-B64824C2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Сигнал және жану негіздері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981792AE-850E-4084-BEBD-CAB8F289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белгілері байқалса, алдымен адамдарды ескертіп, хабардар етіп, эвакуациялауды бастаңыз.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E42011-0CB0-4E53-9ABF-1252ACE4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5751D96A-F801-4589-ACC5-24638B98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4B9C70F-3681-4FDF-B4FA-30526A8F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d6098cf244e9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3897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D9FF2B-1073-4607-94BD-BBEC4318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13D0D07-8743-4197-98CF-0098603A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Дабыл дереу әрекет етуді қажет етеді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69832-82F0-4CD7-AC4E-9F655DCE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811E0-1096-4258-B16D-2F6A3C6E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25DD7429-BCF9-45D2-85D0-4A5E48E2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87166F87-9C5E-464A-996C-695F6489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Есеп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B0C35D9D-D42F-4478-B9FF-98E65924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Рөл қажет болса, сигнал беріп, 101 немесе 112 нөміріне қоңырау шалыңыз.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B7507C-18C6-4763-A8B5-43F3286C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8D1C487F-8E70-4EF9-B653-B8251BEE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2462A046-1E92-41C5-AD9A-48C1DFF1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Ескерту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0BE9CABC-FBF1-4C9C-BC9E-43CA79B9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Маңайдағы адамдарға хабарлаңыз және ескерту жүйесінің нұсқауларын орындаңыз.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76E7D3-72C3-4B53-9C07-48BB0065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19283DC9-0CCA-445D-82F4-EB7DCC55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0EEB6217-4DA0-4BDE-A0B7-43BBA081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Эвакуация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B33CF6EA-BB46-45A8-B082-FDAD422D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Бір нәрсеге тоқтамай, қауіпсіз жолды ұстаныңыз.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00CB66-123A-479A-890F-B88C2F0B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CB14E0B2-53D0-44D7-997F-33FE5611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C0FA4958-3A83-48A1-A1D2-0AC6D1B9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Дайын болыңыз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8C63F33C-AF35-4C59-BA3D-313B6272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Қабылдау орнына келіңіз, қоңырау шалу арқылы өтіңіз және оралмаңыз.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17D7DB-B5B9-4C11-A86B-A7A96B52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A784C5-66F9-4FE8-9066-A31878F0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E3744AC6-0F85-41E8-BCBD-689026D6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«Дабылды көтермеу» қауіпті тіркесі жойылды: дабыл бірден көтеріледі.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D402E1-E342-4C87-9D72-FBF09EED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25395129-3AFB-4B04-A314-F9C2FFCE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Стандарт: Өрт қауіпсіздігі ережелері • Төтенше жағдайлар министрлігінің ұсыныстары: 101/112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A907AC8-19C3-471C-9227-8ACED047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0D6EF45-AA4C-4A25-9DCD-D5C7F5E2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783272b7f54a3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9631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608B7E-0EBB-45AB-9B52-8EE7538C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6DDBB78-65CE-4246-95F4-7CAA5F83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Өрт - бақылаусыз жану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CF0F3-C851-44F2-B7DC-2321841E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Өрт адамдарға, мүлікке, процестерге және қоршаған ортаға қауіп төндіреді.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Оның өршуі жанғыш материалға, оттегіне, тұтану энергиясына және үй-жай жағдайына байланысты.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Шағын өрт ошағы қол өрт сөндіргішімен сөндіруге келмейтін деңгейге тез жетуі мүмкін.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Ерте анықтау және хабарлау өрттің бақылаусыз даму уақытын қысқартады.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63A4D-0F00-44E9-9AA7-00D1DCB1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C5E00-7571-4EEC-8B88-73C2985A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F814B3BD-2976-45BD-B997-A4DB66E2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Жалын мөлшері қауіптің жалғыз көрсеткіші емес; түтін маңыздырақ болуы мүмкін.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2F047F-E83E-4AF0-A708-AFD31EC7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1A1C599-9023-4283-9DCE-FF59F9CB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B1E2ACBE-8D5B-48E1-B1C6-81B7C565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e0e5c71bfe489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8019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0284EE-07BB-46C5-9EA7-8B3D7321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17D01630-812A-4433-9B00-8778C8CE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Қауіпті факторлар жалын алдында әрекет етеді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B7E5D0-E733-451C-A04F-F8BA32C7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тәуекел / КӨЗ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1DC304-FB01-4A27-ABF2-E247BAF2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НӘТИЖЕЛЕР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9E5AA-9A15-405B-94A7-38EF556A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БАҚЫЛАУ ШАРАСЫ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A41A6-C449-45D5-BF9D-F5E7F556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B4672-999C-4ADF-8B58-2298B2A3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Түтін және улы өнімдер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221746-98E5-4A0B-96B8-678D0492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Улану, бағдардың бұзылуы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78D876-5DBB-4FB9-9C2B-9F4F7389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Ерте ескерту және эвакуация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E7BEF7-25C0-44FC-936C-CD1E09DB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98AC36-C337-4284-B450-C692B04B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Жоғары температура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C8C36-443C-4D3B-8211-E01BBAA7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527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Күйік және қызу әсері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4E0C6B-9C2B-4793-B5D0-06AD7002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Қашықтық және қорғалған маршрут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AC7CD5-322F-4670-BA62-A6943745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94B6B0-EE6D-4482-8889-03C83084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Азайған оттегі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20C085-10D0-431B-B4C1-19C0AF64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00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Естің жоғалуы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DED96F-5968-4451-8D41-039B0F2C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100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Арнайы қорғаныссыз кіруге болмайды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AEB850-CD21-4E0F-8F14-CC573E05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BFDB47-F0D0-4191-99C6-DE9DE96F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құлау және жарылыс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7AA580-7FED-4527-8BBE-6C93ABE0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672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Жарақаттар және бітелген шығу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7F6416-93AA-49C8-9E5A-62F7504B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672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Жақындап, билікке хабар бермеңіз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60A532-407B-4E74-AC6C-4B203BF5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Арнайы қуаттарсыз және қорғаныссыз түтін бөлмеге оралмаңыз.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D0254A-BCF2-4EF9-9A39-1CA24068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5C92C2C-918A-4B25-BDF2-D4A762FB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D472E118-B1E7-4AF2-8F66-C177F82A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843e2d44f6473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8352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A7EFDC-1822-4D64-A338-4768D145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B88826D-3A4B-4EF1-8B2C-3AF95EFC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Себептер — тұтану көзін бақылауға қатысты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E0ECC-B7C3-47CB-B07A-97297164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Ақаулы электр жабдығы, шамадан тыс жүктеме және зақымдалған оқшаулау.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Ашық жалын, ұшқын және отты жұмыстар дайындықсыз.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Жанғыш материалдарды және төгілген сұйықтықтарды дұрыс сақтамау.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Белгіленген аумақтан тыс темекі шегу, ыстық беттер және нашар тазалау.</a:t>
            </a:r>
          </a:p>
        </p:txBody>
      </p:sp>
      <p:pic>
        <p:nvPicPr>
          <p:cNvPr id="17" name="VISUAL_05_s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990df0318d4ee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82B3D375-38D7-4F28-A66A-F920F91C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Алдын алу бір уақытта тұтану көзі мен өрт жүктемесін басқарады.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8959F-9687-4DA0-8BA9-0CCF86AB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82CA86F-5B53-4017-8141-9373B007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344524F-1E5D-4BB0-B031-595BA4E4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149fcef218402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0506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DCAE5C-2CD4-409D-947B-CF52692F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53E1AB57-867A-495F-A448-91D4671A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Жану үшін үш шарт қажет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35095-21A5-4C51-888C-D034AA7C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Жанғыш зат – жануды қолдауға қабілетті материал, бу немесе газ.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Тотықтырғыш агент әдетте ауадағы оттегі болып табылады.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Тұтану көзі - жалын, ұшқын, ыстық бет немесе басқа энергия.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Кез келген элементті басқару өрттің пайда болуын немесе дамуын болдырмайды.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E5346-3F4E-477A-B6F6-EEAE4D40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B4C0C-8CC8-4085-8AC2-D929C178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9B61688-E9CE-4581-B24E-7E5CD351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Өрт үшбұрышы алдын алу және сөндіру шарасын таңдауға көмектеседі.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E5DC90-9AFA-4723-9116-97F3FAA4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CB1F118-CF38-443A-BDDB-524DC232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41EAC0EF-9D52-4193-8BB5-8350CC0C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ee956859f3477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5842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0862F2-CE6F-401F-B5FF-52991C70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2511EBA0-C58D-4871-9960-1C9C7A75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Жылу төрт жолмен таралады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7A5EC-AC36-42DB-A63A-3E7D0A10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Өткізгіштік жылуды материал мен жалғанған құрылымдар арқылы тасымалдайды.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Конвекция ыстық газдар мен түтінді жоғары және бөлмелер бойына тасымалдайды.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Радиация алыстағы заттарды қыздырады.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Жалын жанасу кезінде материалдарды тікелей тұтандырады.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EBADB-8171-4130-B515-D977823E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801640-43FF-4028-B9C0-AF352AB2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A0F5B1EA-F08C-4266-A625-CF84CCE3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Жабық есік түтін мен жылудың таралуын бәсеңдетуі мүмкін.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FE9954-B5D8-4AAA-835F-15FC49D3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0D61924-F60B-4451-B8B2-1F875B06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3B41F14-F23A-4F24-9377-304323F6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d495db5254a4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129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E884EE-9DBD-4721-83B7-52EB770F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10625C6B-17D7-46FE-AEE8-F8833608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Жағдайға әсер ету арқылы жану тоқтатылады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75EB8-21FB-4260-BB28-DD843E84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7FCB9-4177-4B45-A299-A84722F5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677C3CC3-D114-41FF-A326-459AFC37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D2904FFF-E7AC-4D6B-B843-9D318283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Керемет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F0ACA5CC-BD8B-463E-9DA2-BB027768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Сәйкес өрт сөндіргішпен температураны төмендетіңіз.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6ED72-D48F-4214-A702-41027B33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4F3BE3E7-62F5-4E8F-A1A2-94602D89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F278D293-E049-489A-A8CB-E1481922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Оқшаулау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1B2872E8-381F-4381-918A-C319B3CC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Оттегіге қол жеткізуді немесе жабу бетін шектеңіз.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209E6-A6F6-4E34-8780-D30C1D61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59ED2EC7-08EB-4340-A4C9-DE583894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AF0F9E2C-4EB0-42B7-AF41-1CA2B9BE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Жанғышты жою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EBEA4C21-942B-4892-AEA4-C82B4E9A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Беруді тоқтатыңыз немесе қауіпсіз болса, материалды алып тастаңыз.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9E8F42-5163-4E46-BF33-E2D503DB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36D852CF-C636-41C0-B194-CC7D87B7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C5C10E2B-BAB5-45D7-AF5D-AA8AB7E7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Реакцияны тоқтату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7578F822-C7A7-4444-9A66-50C0FA10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сыныбына сәйкес келетін композицияны қолданыңыз.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2089AE-0DA2-4B08-BE5C-F8FDD088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235A7F-0F9B-4B29-9994-0376B3A5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414313C-DFF1-430B-BEF6-E967E3FE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Қате өнім өртті таратуы немесе жаңа қауіп жасауы мүмкін.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AAF9D3-D947-49ED-8D89-C5306303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B419C20-EDA3-4D25-8B20-36A9A04D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7787480-FB15-40EA-ACB9-B61997E9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6ab75e53b9418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721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0A7820-A433-4C70-8ED6-90ACE270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AF2922B0-FCC6-4F5B-8663-3E32F036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8869D-3034-45F6-ADF2-E95716BC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E869F61A-4FAF-4BB4-9D82-5BB3AB10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0287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Сыныптар және өрт сөндіргіштер</a:t>
            </a:r>
          </a:p>
        </p:txBody>
      </p:sp>
      <p:sp>
        <p:nvSpPr>
          <p:cNvPr id="5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E8A4851E-864D-4DF3-AD52-88E29560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8953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Таңдау жанып жатқан материалға, кернеудің болуына және белгілі бір өрт сөндіргіштің таңбалануына байланысты жасалады.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267AF-B14D-4C43-82B1-F9D10644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75548BB-EE75-4FE5-BCAE-4B06D2CA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7C5C710-FA34-4284-B2DC-7EE9F574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1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b15f3af53e499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2264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9874CB-8973-436E-AEF6-06D6FA5E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2404D616-DD4C-42C7-ADFF-E56814A3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Өрт класы отынды анықтайды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54163-5258-4790-800A-E7B8BF2B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A – әдетте жанып тұрған көмір түзетін қатты материалдар.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B – тұтанғыш сұйықтықтар мен балқитын қатты заттар.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 – жанғыш газдар; D – жанғыш металдар.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Ток бар электр жабдықтары үшін электр тәуекел және өнімнің таңбасын ескеріңіз; F класы тағамдық майлар мен тоң майларға қолданылады, егер ол нысан үшін қарастырылған болса.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5EFE3A-C311-49D3-A2BF-DEA5CB32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8A036-7870-4DD0-9927-8B2BD150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C237D520-53C1-434B-A6F7-9794BC0B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Корпус түсі немесе шетелдік жапсырма сынып белгісі мен нұсқауларды алмастырмайды.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113F5-B9B9-47BD-BAC7-51581EBF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5455F707-1E1D-4E93-BEF4-0D301C06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Стандарт: Өрт қауіпсіздігі ережелері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1F0B6F4-348A-4AD1-A52B-269F3017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B2292DEC-FF5A-4D42-A241-EDF3D0DC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da878b3a8e48a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9672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24E9C5-D769-404F-90B9-759F039A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69DC051-55C4-461F-BEA5-FB24899C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Кернеу емді таңдауды шектейді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3BFA2-DEC1-4808-9375-F7A3DADB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75288-3347-491D-A311-6839FDD6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47847-7A60-4100-93D9-D6BDFBDD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BB27A-2410-47C3-90DF-6797258F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Мүмкін болса, орнатылған процедураға сәйкес жабдықты қауіпсіз түрде токтан ажыратыңыз.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Өнім арнайы пайдалануға арналмаған болса, ток өткізетін жабдыққа су немесе көбік қолданбаңыз.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Өрт сөндіргіштің белгілерін және өндірушінің қауіпсіздік арақашықтықтарын сақтаңыз.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Кернеуді босатқаннан кейін, шын мәнінде жанып жатқан материалдың сыныбын қарастырыңыз.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997790-7915-4A30-B730-93E1F115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Жабдық қосқышы әрқашан кернеудің жоқтығына кепілдік бермейді.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57993F-582A-4CF1-8D89-7732CF10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B2BE12A2-EB0E-4AD3-9423-864DE5D3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5158F6A-08FF-4944-A7B6-4F78FB5A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efd86c0e9c4b82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6" name="STOP_SIGN">
            <a:extLst xmlns:a="http://schemas.openxmlformats.org/drawingml/2006/main">
              <a:ext uri="{FF2B5EF4-FFF2-40B4-BE49-F238E27FC236}">
                <a16:creationId xmlns:a16="http://schemas.microsoft.com/office/drawing/2014/main" id="{2B7A88BC-03D5-4065-9A27-5967C576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ТОҚТАТУ</a:t>
            </a:r>
          </a:p>
        </p:txBody>
      </p:sp>
    </p:spTree>
    <p:extLst>
      <p:ext uri="{BB962C8B-B14F-4D97-AF65-F5344CB8AC3E}">
        <p14:creationId xmlns:p14="http://schemas.microsoft.com/office/powerpoint/2010/main" val="13077993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0153A-799D-462F-92BE-469E3E21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63D30BE-9E87-477A-AC87-9B550DA1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Өрт сөндіргіш тапсырмаға сай таңдалады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98668-7228-4A23-9AEF-B870A5D4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Су салқындайды және тек қолайлы материалдар мен шарттарға қолданылады.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Көбік тұтанғыш сұйықтықтың бетін оқшаулайды, бірақ электрлік қауіпті шектеулерге ие.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Ұнтақ көптеген сыныптарда әмбебап болып табылады, бірақ көрінуді азайтады және жабдықты ластайды.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Көмірқышқыл газы қалдық қалдырмайды, бірақ тұншығуды, суық қоңырауды және қайта тұтануды қарастыруды қажет етеді.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C9399-9017-4D8C-8B00-D315B8C4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F9E22C-E71F-4EA9-BE93-41EF61F3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30AB5CA6-32F8-4AC5-ACD7-9CA2F324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Әдеттегідей емес, арнайы өрт сөндіргіштің жапсырмасына сәйкес таңдаңыз.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2B2EC-73AA-4E46-A753-4C1F6427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30246AFD-4796-4D64-AF94-E3FDD827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Стандарт: Өрт қауіпсіздігі ережелері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80D4998-32E9-4091-ADE9-F9A34590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FB09738-287B-457A-9A95-45134953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229e9ca58c4a6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3316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69E491-CBEC-456B-B584-D482D592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9A21ADA-415D-4273-A18A-508F35B8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Әр түрдің шектеулері бар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BEF8E-BA8D-46FF-83B7-6ABEDDF6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тәуекел / КӨЗ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89B73-0150-431D-BA94-45E944E9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НӘТИЖЕЛЕР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CB6D3-EA98-4ACB-90EF-9D4B6B87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БАҚЫЛАУ ШАРАСЫ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B600AD-D958-4B95-AEAA-BBB35B4E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18F53-9578-445A-BE6C-1BD9600D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2EEEE-2C01-4BDB-B36C-9B4FB9CA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Электр тәуекел; жеке заттармен реакция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14E04-5562-4312-B901-73FD2FA0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Тек таңбаланғандай және бағалаудан кейін пайдаланыңыз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B74A58-5677-4F67-BAE8-ED9481AF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34A7F5-9ED8-4BE5-9E67-2F90E611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Көбік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B986F5-85AE-491D-A0D9-14F45BD2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527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Өткізгіштік және белгілі бір сұйықтықтармен үйлеспеушілік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55AC95-06D4-43AB-B0B6-1BD8A7CD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Белгіленген аумақтан тыс қолданбаңыз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3C8DA6-9521-4D55-BF6F-E839EE0B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5A447F-C8B0-45F9-AEB0-CDB54F5F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Ұнтақ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907628-DAFB-4674-B63B-5F473307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00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Шаң, көру қабілетінің жоғалуы, қайта тұтану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3AFD08-4D85-4357-BACF-E55C96DA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100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Шығуды қамтамасыз етіңіз және індетті бақылаңыз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965CC4-5693-4D03-BBA2-A8CED4D6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E9D3E0-E902-45EE-962E-6A9127A6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CO₂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A280BA-EB8B-4E38-8E99-03BAE9C8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672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Суық күйік, оттегінің ығысуы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783261-368C-42B4-98B6-D604A1F7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672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Раструбқа қол тигізбеңіз, үй-жайды қауіпсіз желдетіңіз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D9AB0F-428A-46B8-A965-832B07E7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Өртті сөндіру қабілеті сөндіру әдісінің қауіптілігін жоққа шығармайды.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072342-3F2A-4931-861E-89B6BA30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6CC5D06-7948-4A5E-9100-2C92AB0D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11D3744-56C4-4D6B-9AD2-45AAA233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dd9a12d234f1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0119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9F5FAE-EA8F-4AC8-948C-2D2F58F5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7D929FF-D0A0-46C3-9DF9-782EB68D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Таңбалау қызметкерге шешім береді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A2C47-0437-4866-90A8-34514538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Заряд түрін және белгіленген өрт сыныптарын тексеріңіз.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Кернеуді, температураны және қолдану шектеулерін оқыңыз.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Нұсқаулардың оқылатынына, пломбаның бүтіндігіне және қызмет көрсету мерзімі жарамды екеніне көз жеткізіңіз.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Таңбалау түсініксіз болса, өнімді кездейсоқ пайдаланбаңыз.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59C32-E4CC-4A71-B3FC-C971E6F2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7B208-B13F-4BDA-8A8E-702F41F6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ECBB226-0CFA-4843-BA2F-EB32972B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Ескі шетелдік түс схемасы Қазақстан үшін міндетті таңбалау ретінде пайдаланылмайды.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8DD811-27D0-47CA-B7C7-217F1E23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611FA37C-AAE5-4D90-874B-707D5CEE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Стандарт: Өрт қауіпсіздігі ережелері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069F21E-0DF9-48A7-AAFC-43762362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C4751C3-2B09-49FC-A683-0A82984C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722c7527e74b7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5367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FAFB2A-5EE0-41AD-A8D4-7C6F4390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981D92A-72A3-4D2B-B03A-17D54190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Сыртқы растауға бірнеше секунд кетеді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94DEB-C46F-44D0-8DB1-BB45571C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E6C19-C0D6-4EF6-828E-7C473DEC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725DCCC8-7A5D-45AF-A507-99CA99CC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A5FA74A8-4CEC-4DB3-B1DC-EF8B1F0F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Қол жеткізу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806958E5-CDAD-4264-9D86-63419EC5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сөндіргіш көрінеді, белгіленген және кедергісіз.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DB4E36-D562-45B6-A026-11914129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32964831-711E-4549-88BE-AC5955A6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563447A6-CF73-4EA6-8ED5-5B82DCC0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Күй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70B84306-81DE-4103-9365-AC73982A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Корпус, шланг, раструб және тұтқа зақымданбаған әрі тот баспаған.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F7E3FD-2CF1-4DE1-88D5-EC79E49D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C2F2EB1A-F218-43BC-A681-6D9A6FEA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32F718FF-18E7-402F-BC57-74BF8EFC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Дайын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601D989A-6FC4-4DC2-A341-41E4A4C9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Мөр мен түбіртек бүтін; рұқсат етілген аймақтағы қысым көрсеткіші, егер бар болса.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B87051-8DD5-4725-A6E1-6598C16E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A1819569-4B97-4A68-9129-40851A01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54DD938F-DA4E-4687-9180-FF3566BE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Қызмет көрсету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687A5E14-019F-493D-A5B2-70382E2E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Таңбалау және тексеру белгісі анық және жарамды.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84D115-28E2-4FA7-AAC5-A4BA99B2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9496E4-7DB2-4006-8C65-CB3A14B3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3585CA9-A54D-4912-B20B-0B0D076D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Зақымдалған өрт сөндіргіш үй ішінде іске қосу арқылы тексерілмейді.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695FD8-A115-4B2C-B44D-567C45FD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CA237531-10ED-41F7-BBB3-19432A00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Стандарт: Өрт қауіпсіздігі ережелері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B2B59E38-B7E0-413F-B7EB-A397A064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FFB6082-26D6-4AFB-9596-FF3ED0E4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81ce179de8431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74898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280FF8-CDB1-423F-9EDD-6CAF931D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9FC21F8-65A8-48D1-B693-27C4F896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Орналастыру бөлме санатына байланысты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450A7-8EFD-4D0D-B186-7329D24D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Ықтимал өрт ошағына дейінгі шекті қашықтық: қоғамдық ғимараттар үшін 20 м.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А, Б және В1–В4 санаттары үшін — 30 м; Г санаты үшін — 40 м; Д санаты үшін — 70 м.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Өрт сөндіргіштерді эвакуацияға кедергі келтірмей, көрінетін орындарға және эвакуациялық шығу жолдарының жанына орналастырады.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Өрт сөндіргіштің жоғарғы жағы 1,5 м-ден жоғары болмауға тиіс; толық массасы 15 кг және одан көп болса — 1,0 м-ден жоғары емес.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DF739-DC09-4A7C-AEE9-7A60B880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123A9-BBC3-4AD9-84CD-6C1744D8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D408E310-143C-4FD7-880B-6E728CD6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Ескі материалдан әмбебап «30 м және 1,1 м» қате болды.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863D3-B1F2-4A0F-8932-BA626577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33DFC42D-95F5-48CC-9F51-A8DA6136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Стандарт: Өрт қауіпсіздігі ережелері, негізгі құралдарға қосымша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6D7A531-E686-4738-86A8-6D97FE68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FBE8A6D-BDB3-4AE7-A6F8-D5E32E5A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b1c2ccfc2c4e0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43496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CC76BB-04C5-4E5C-A783-A19D92BE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DF8D1AB-E7E0-4221-8BCA-65AE3D7A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Алдымен шешіңіз: өшіріңіз немесе кетіңіз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0360C-FE8A-4BDB-9D58-A0048B32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DA6C8-D733-4B4F-971A-06F95034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C87478-1451-4AFB-B0A5-416EF1B8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4B09D-5516-4A42-805B-7BCA62EE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Өртті сөндіруге тек оқудан өткен жағдайда және өрт ошағы бастапқы әрі шағын болғанда ғана рұқсат етіледі.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Жарамды, осы өртке сәйкес келетін өрт сөндіргіш және арқаңызда қауіпсіз шегіну жолы болуы керек.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Қою түтін, жарылыс қаупі, улы заттардың шығуы немесе өрттің тез таралуы болмауға тиіс.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Осы шарттардың кез келгені орындалмаса, адамдарды ескертіңіз, эвакуацияланыңыз және тиісті қызметтерге хабарлаңыз.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987C8C-9DB4-497A-9B7A-59C047BD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өрт сөндіргіш сіздің өміріңізді қатерге тігуге міндеттемейді.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A39A33-128F-49F7-8FFE-500A1D9E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D6EC491C-38DC-4904-824F-2CD3AC62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Стандарт: Төтенше жағдайлар министрлігінің ұсынымдары: өмірге қауіп төндірмеу</a:t>
            </a:r>
          </a:p>
        </p:txBody>
      </p:sp>
      <p:sp>
        <p:nvSpPr>
          <p:cNvPr id="13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C7F1A9E-2834-4D5E-9D10-0F8ABB38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14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7B8791A-5282-4946-B6D4-8A5BDB78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pic>
        <p:nvPicPr>
          <p:cNvPr id="30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3bac6c4377406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7" name="STOP_SIGN">
            <a:extLst xmlns:a="http://schemas.openxmlformats.org/drawingml/2006/main">
              <a:ext uri="{FF2B5EF4-FFF2-40B4-BE49-F238E27FC236}">
                <a16:creationId xmlns:a16="http://schemas.microsoft.com/office/drawing/2014/main" id="{4B28BE07-8E46-4C44-B978-4217B5F9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ТОҚТАТУ</a:t>
            </a:r>
          </a:p>
        </p:txBody>
      </p:sp>
    </p:spTree>
    <p:extLst>
      <p:ext uri="{BB962C8B-B14F-4D97-AF65-F5344CB8AC3E}">
        <p14:creationId xmlns:p14="http://schemas.microsoft.com/office/powerpoint/2010/main" val="86317085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2255AB-A8AB-4D7F-9027-02B17BC8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644BAB2-2021-4068-99B0-5C5FEB58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6759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өрт сөндіргіш тұрақты және дәл пайдаланылады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483E0-9C2A-4510-A88B-92C23268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B3EC8-AF53-4CB7-B02E-B17097C8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DE1925D5-109C-4553-8100-052B5B84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89B0C994-5983-4188-85F3-0073595B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Дайындаңыз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75166710-823C-4036-A2C9-6DD1F096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Қауіпсіз қалыпта тұрып, пломбаны алып, сақтандырғыш істікті суырыңыз.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D07FC-405B-4414-A6CF-FE1DDDDB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673F5172-186A-4DF7-9C91-DE855D31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2C7FA4AD-5EF5-478B-AEC4-C33CF4B1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Жіберу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DD25B2CB-210D-4CB6-8758-5BBDB7F2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Саптаманы түтінге емес, жалынның түбінен ұстаңыз.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E3A9BD-ECC3-4AFE-961B-CC4380E0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7E575D33-CAF7-4A60-AD3E-4B844B76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D3F5CFB3-ECB2-46E2-821E-0B25BB57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Жіберіңіз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FDC55C35-3D86-4254-99A9-DFC30F51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Тұтқаны басып, қоспаны нұсқауларға сәйкес қысқа уақытқа немесе үздіксіз төгіңіз.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0FB82B-69EF-4091-B53E-4AC46B98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632D225F-FE55-4433-9BB8-1F56693C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33016822-4DB6-466B-9A8C-7D0EDF5F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Жылжыту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5981FA8C-5D1E-41BB-AD9C-FCE0084D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Шығу жолын сақтап және жағдайды бақылап, өрт ошағын жүйелі түрде сөндіру.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E56E7A-6A27-4625-B806-4AC89F3F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08F970-2779-487B-8404-69582F9E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61CD0D75-AE63-493F-BA4A-883BC4CB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Арнайы реттілік өрт сөндіргіштің таңбалауымен анықталады.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568A8A-258E-4D59-BC95-3DCB448D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B5C48A0-E7CC-466B-B0A5-58480701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1BF3746-5A9D-4B1B-A835-CB062D30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9137433b484e4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79984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EA8F2A-9FD9-4CD5-88D1-83AE8306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12ED5AC-4EE8-4830-8AD0-B50AA9D9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Қашу жолы артта қалады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DD2EB-B325-4E62-8558-5A417D9A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Нұсқаулар мен термиялық әсер ету мүмкіндігінше жақындаңыз.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Түтіннің ішіне баспаңыз немесе оттың шығуына жол бермеңіз.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Түтін мен желдің бағытын ескеріңіз, жану өнімдерінің шығуында тұрмаңыз.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Жалын ұлғайса, көріну нашарласа немесе заряды бітсе, дереу шегініңіз.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72BA2-159A-46E1-A2D8-1C104D20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F5215-4D5E-4BCD-9CF0-9795893D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AD701E78-E041-436F-B80E-D3D37ACB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Өртке барынша жақындауға тырысқаннан гөрі жұмысшының орны маңыздырақ.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8022C5-ABD3-44C6-AB7C-38A266EB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61608A47-FCE4-47FB-A7ED-196AAEAB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46ED1A4-FE03-43B2-BC92-02CFE12A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d78ff34d6847c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3983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7B2FE0-40C3-480D-9F4D-448269BA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9827392-D843-49E4-9E1B-CDCD8855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Басқару жоғалған кезде сөндіру тоқтатылады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60CD7-9FAA-49DA-BB98-A938F580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15055-C326-41FE-ABC5-E34B62DC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5345F-70BD-4A9A-B4CB-99AC233E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06648-E688-4A21-923B-21A3F105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Өрт бастапқы ошақ шегінен шығып немесе конструкция бойымен жоғары таралады.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Түтін қоюланады, көріну нашарлайды немесе шегіну жолы өзгереді.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Газ, жарылыс, қауіпті заттар немесе жасырын жану күдігі бар.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Өрт сөндіргіш жұмыс істемейді, өрт сөндіргіш заты таусылды немесе құрал дұрыс таңдалмаған.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1EF30-3CD9-43C8-B1A7-57A09963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Уақытында шегіну - сәтсіздік емес, кәсіби шешім.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B7E8B4-CC1B-47D6-960A-7C2D11E2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591C164-D9BA-4F9F-9D78-EBD5E4DF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4B156A9E-9E98-494E-A471-A58B28C7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pic>
        <p:nvPicPr>
          <p:cNvPr id="2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c29229e95c462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6" name="STOP_SIGN">
            <a:extLst xmlns:a="http://schemas.openxmlformats.org/drawingml/2006/main">
              <a:ext uri="{FF2B5EF4-FFF2-40B4-BE49-F238E27FC236}">
                <a16:creationId xmlns:a16="http://schemas.microsoft.com/office/drawing/2014/main" id="{CCCED173-90B6-4FEC-A641-59C088F4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ТОҚТАТУ</a:t>
            </a:r>
          </a:p>
        </p:txBody>
      </p:sp>
    </p:spTree>
    <p:extLst>
      <p:ext uri="{BB962C8B-B14F-4D97-AF65-F5344CB8AC3E}">
        <p14:creationId xmlns:p14="http://schemas.microsoft.com/office/powerpoint/2010/main" val="157641091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523BA7-4029-4E02-A80D-4092980E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5_s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58b5556ca54fe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1FEBDD49-BD55-4FB0-BD8B-29C615B0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F42EA-B6D0-407C-9A8B-5959F3C4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B3F0668E-E1DF-4B2E-AD9A-E036BDA2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эвакуация және хабар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16A10BC9-5469-43AC-BFA7-361B590E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шыққанға дейін адамдардың жүру жолы, байланысы және есебі анық болуы керек.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9C0C4-1C9D-4310-83D2-BAE0486F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5642835-6871-4A7D-A692-FBE9E27A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A6FECE7-0D8E-46AC-83CC-65FF3250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750d3ee72d42d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60425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1FDF37-0212-4552-8419-370EAE76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ABB0164B-60F4-488B-A944-FAD91431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Эвакуация жолдары әрқашан анық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0772A-5D9A-4879-8601-FC6FF9AD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Өткелдер, баспалдақтар, есіктер мен шығулар материалмен және жабдықпен толтырылмаған.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Эфир жолындағы есіктер ашық және импровизацияланған құрылғылармен жабылмайды.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Белгілер мен авариялық жарықтандыру көрінуі керек.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Қате немесе бұғатталған жол туралы дереу хабарланады.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2EB44-0088-4499-B689-D9A4B016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ACD8C-E5C1-4D6E-B228-4069BA17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D2D48CC-E569-45AD-960B-7FC91B88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Шығу жолы дабыл кезінде емес, қалыпты жұмыс кезінде тексеріледі.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25707-BF46-4FBE-AC06-0F60AC51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FBA27887-06B5-4D50-9C2C-A64B1100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Стандарт: Өрт қауіпсіздігі ережелері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DF1091B-41C0-401D-9750-ACE5C48C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C79C3857-0196-4F9C-9CA5-6A593E60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1b64b9869421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2765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B7A82F-3788-4E83-B314-2E655FE2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43BE13C-75EA-45EB-9535-48273E0F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Эвакуация жоспарын оқи білуіңіз керек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D8947-3FF4-4DF1-9915-4449C75A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Ағымдағы орынды, негізгі бағытты және балама бағытты табыңыз.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Көрсетілген болса, қолмен шақыру нүктелерін, сөндіру құралдарын және жинау орнын белгілеңіз.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Жоспарды нақты есіктер мен өткелдермен салыстырыңыз.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Орналасуды өзгерту диаграмма мен нұсқауларды жаңартуды қажет етеді.</a:t>
            </a:r>
          </a:p>
        </p:txBody>
      </p:sp>
      <p:pic>
        <p:nvPicPr>
          <p:cNvPr id="17" name="VISUAL_05_s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e8ee730dd2453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82D509E4-D876-450D-8B2C-F7CEBF38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Жоспар маршрут туралы нұсқау, бірақ шешім нақты түтін мен кедергілерді ескереді.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CC261-7B1B-4536-8BD9-A22978A3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1AF83F3-B4B9-4782-A8A8-83B1C54A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3501C1F-6A79-4047-B59C-FA9B853F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df1a3711894e92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2645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D82C4D-1BAF-4944-BD83-ADA09165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917E50A-DAF4-4D90-B7C9-B6999AF0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101/112-ге қоңырау: негізгісін айтыңыз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78BC5-0AA7-4045-9173-F462615D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30D1C-B07E-4AF7-AA3F-B351848C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81865AAD-151C-4645-BFE1-ADC08C4B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9820129E-D4CC-45A0-968D-39075E85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Мекенжай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F48B06FF-BBF0-4E08-9784-1584D5F9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Нысан, алаң, еден, бағдар және қауіпсіз кіру.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D40B1-74B4-4DC3-9888-AAA9C8E9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C0EBDC03-AA88-41B7-85CE-A6FEDD70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5C1AF16D-1D2D-4305-8F81-21C1AF77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 жанып жатыр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DBB400A7-639C-4176-80E3-F0347B68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Материал, жабдықтар, үй-жайлар және көрінетін белгілер.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8E955-CC05-4AC2-BF5A-68A351CE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CA09941E-122D-4615-84BD-36026AD7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79F3DE8D-CA42-4A38-8DFA-88C3C74B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Адамдар, қауіптер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31C21257-1295-416C-BF43-FBE38CEE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Жараланған, қысылған, газ, баллондар немесе химиялық заттар.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DF4F70-6CDF-41D4-AC36-A1478819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D31A3A1D-7B6E-42D8-817C-7E2BF645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FA2599AB-5D7F-431D-9875-9E8B5034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Байланыс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AED9FD91-674D-4E61-A094-158096BD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Аты-жөні, нөмірі және келген бірліктерді кім қарсы алады.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752082-4908-4264-A481-AAAAD053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0C17F6-0ACC-43CC-B84F-4D826741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4C89A4A6-F54F-421B-A069-6A83AFB9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20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Диспетчерден бұрын әңгімені аяқтамаңыз және қысқа әрі нақты жауап беріңіз.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DCE876-E0BD-4A7B-9A39-89013FAB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A32042BC-01EB-4BD1-A2E6-5EB07CAC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Стандарт: Төтенше жағдайлар министрлігінің ұсыныстары: 101/112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4E234DE-D1C5-4565-A928-13B39387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0812404-BAB4-49A8-8023-A6FFD83D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9d5aef6d44ea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85941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6FD169-2611-4E93-B9B9-95281C11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5001662-BBBA-4B5B-9BF9-EECC1F98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Тез шығыңыз, бірақ үрейленбеңіз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F8689-0FFE-4A24-B829-F19E2DC5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Жеке заттарыңызды қалдырыңыз және ең жақын қауіпсіз жолды таңдаңыз.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Айқас ағын жасамай, тағайындалған рөлге көмектесіңіз.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Қауіпсіз болса, есікті артыңыздан жабыңыз, бірақ оны құлыптамаңыз.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Арнайы тәртіп бойынша эвакуациялауға арналмаған лифт пайдаланылмайды.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3A56C-AADB-4410-9C83-EBBECD23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50640-B86F-415F-B646-00C52624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E4A98472-A5F3-4D7F-A26B-12B618D9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Жабық, құлпы ашылған есік түтін мен өрттің таралуын бәсеңдетуі мүмкін.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188DF2-4278-49A2-8EA2-8243B16A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1A0D5AD-F484-428B-AF94-7E7DDA90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A7CA45F-9FB8-4683-8630-E74BC333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d9ddf49f67423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26170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6E219C-DA0C-4CAF-A5BE-3FFC1290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C8CDC26-95A1-4A58-9D12-FC3520C2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Адамдарды санау үшін жинау нүктесі қажет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47E12-888D-4047-8EE4-2A0AE370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Белгіленген жерге жетіп, тобыңызбен бірге болыңыз.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Шақыруға жауапты адамға өзіңізді хабарлаңыз.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Хабар-ошарсыз кеткен адамның мүмкін болатын жері туралы ақпарат беріңіз.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Рұқсатсыз жинау орнын тастамаңыз немесе ғимаратқа оралмаңыз.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71A4E-D336-4CDC-B376-EA595A51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BA80F-141A-43A7-89B2-8E3173E1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7957C9F2-467C-424B-92FF-DCB996E8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Рұқсатсыз кету құтқарушыларды қажетсіз іздеуге бағыттауы мүмкін.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05D445-7C66-4B96-95B6-7995955F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BB79D2E4-1B0F-460E-9DD3-AB24342D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BF2A50B-43F2-4957-A3B3-CD3AA5AB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433e5d07384ef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93718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427F8B-8C57-47C2-B358-1E0DF433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5F4DBBB-C7AF-4A31-B15C-BD04F5BD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Рұқсатсыз қайта кіруге тыйым салынады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FC3A9-52B9-4E42-BD38-E70B412E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242DF-5D2B-4F47-9319-9FBAAC63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D7201-609F-4506-ABA0-773E9942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1C891-DD7C-4A8C-A7F0-FE14271F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Құжат, телефон, киім немесе құрал үшін кері оралмаңыз.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Әріптесті іздеу үшін ішке кірмеңіз: оның ықтимал орналасқан жерін құтқарушыларға хабарлаңыз.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Қоршаудан өтпеңіз және жедел қызмет бөлімшелерінің келуіне кедергі жасамаңыз.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Ішке қайта кіруге жауапты тұлғаның ресми рұқсатынан кейін ғана болады.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4C4379-720D-43DD-9B74-B04C3616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Түтін көрінбесе де, ішінде улы газдар қалуы және тәуекел құлауы мүмкін.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4D8586-51E5-402B-8438-873D04AC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19DBDCC-F81C-4871-BB2F-FDCE4638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F245DA6-8189-4056-A0BA-9944F39F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pic>
        <p:nvPicPr>
          <p:cNvPr id="2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a8331dc9b1467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6" name="STOP_SIGN">
            <a:extLst xmlns:a="http://schemas.openxmlformats.org/drawingml/2006/main">
              <a:ext uri="{FF2B5EF4-FFF2-40B4-BE49-F238E27FC236}">
                <a16:creationId xmlns:a16="http://schemas.microsoft.com/office/drawing/2014/main" id="{7EE89F63-E553-4726-890A-AE2F92D5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ТОҚТАТУ</a:t>
            </a:r>
          </a:p>
        </p:txBody>
      </p:sp>
    </p:spTree>
    <p:extLst>
      <p:ext uri="{BB962C8B-B14F-4D97-AF65-F5344CB8AC3E}">
        <p14:creationId xmlns:p14="http://schemas.microsoft.com/office/powerpoint/2010/main" val="72594992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86FDD-142C-4211-AD72-85DD343A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024871C6-10AC-44A9-B1EB-14241245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A3A2D-A4CB-4BFB-B17B-29DE9108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99D5E4D9-3D70-44A0-9E4D-EEED183C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0287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Алдын алу және отты жұмыстар</a:t>
            </a:r>
          </a:p>
        </p:txBody>
      </p:sp>
      <p:sp>
        <p:nvSpPr>
          <p:cNvPr id="5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5ECDB33E-60FC-4262-A916-4EB9B955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8953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Өрттің алдын алу тәртіпті, электр қуатын, жанғыш материалдарды және тұтану көздерін күнделікті бақылау арқылы жүзеге асырылады.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3B45D-60E0-4FCE-B117-0ECD4CAE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3D5DCD3-ECC0-490E-A96A-294B2492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93394FD-5EA2-4E4D-BBA9-83167F91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pic>
        <p:nvPicPr>
          <p:cNvPr id="21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7db31d60743b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84823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FA2BF0-82C7-46E6-9903-7E1B5CC4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BD0A1E9-7C2F-4AB5-B24E-9AAFA811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Реттілік өрт жүктемесін азайтады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80D6E-98C1-45BE-B32D-8CD53116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Жанғыш қалдықтар берілген контейнерлерге жүйелі түрде тасталады.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Өткелдер, шығулар, өртке қарсы шкафтар мен өрт сөндіргіштер жабылмаған.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Төгілген заттар процедураға сәйкес тазартылады және ластанған материалдар қауіпсіз түрде сақталады.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Уақытша сақтау орны тұрақты қоймаға айналмайды.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FAA7D-A3DB-4999-8AAC-C00C0A55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91637-AB2A-4414-9FA0-155B70F4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BD02772-319C-4766-AC5B-9C5B44BE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Тазалау тек сыртқы тәртіп емес, өрттің алдын алу элементі болып табылады.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4E548-DE90-4B75-AA23-F9518218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EA3DDA7F-2BA3-44AE-B718-398488CD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Стандарт: Өрт қауіпсіздігі ережелері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D6B18B2-C3D2-44B6-A578-5C2DF680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414BE8C-CF8F-4BCE-B02F-A55EEDE8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d6521b74d449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49352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198822-F5F8-4311-A570-49338273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3D08D51-CC3F-48B0-86D0-C386A1A9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Электр ақауы жасырылмаған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554E08-6C41-4DF7-B29A-F9CA9E7A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Желіні шамадан тыс жүктемеңіз немесе қолдан жасалған ұзартқыш сымдарды немесе қосылымдарды пайдаланбаңыз.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Зақымдалған кабель, жылу, иіс және ұшқынның шығуы ажыратуды және хабарлауды қажет етеді.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Нұсқауларда қарастырылған болса, жабдық аяқталғаннан кейін өшіріледі.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Электр панельдері мен қорғаныс құрылғылары қолжетімді және жабық күйде сақталады.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EE318-6388-4A25-8EC5-0E588537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83CB3-5AE5-43F2-940E-F864059A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8816957F-AFBC-49BC-AE3E-938177BB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Іске қосылған қорғанысты себебін білмей қайта қосу қауіпті.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D02474-6452-40E8-9698-D747161A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7C17CA52-7001-443F-932F-ADBDF818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Стандарт: Өрт қауіпсіздігі ережелері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B859F38B-F36A-4925-80AD-B8A6040A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78EFCB5-3B0F-438C-BB15-3034D32A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cf9f1baa69492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49194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1A6D8-D91C-4ADF-A384-C8F667F4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452F6B6-A2B5-4F21-BDB4-B0290EB8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Жанғыш сұйықтықтар бақылауда сақталады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BFF0E-E597-4601-BD44-56D3CC93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Таңбасы анық көрінетін, үйлесімді жабық ыдысты пайдаланады.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Жұмыс орнындағы зат мөлшерін өндірістік қажеттілікпен және жергілікті ережелермен шектейді.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Қызуды, ұшқынды, төгілуді және үйлеспейтін заттарды бірге сақтауды болдырмайды.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Желдету мен төгіндіні авариялық жинау құралдарын алдын ала дайындайды.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0DF4C-EFF2-4FFB-B86A-D3DA276B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3BD72-ED3F-43AF-B973-4B97DEF8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2FE84F6B-8807-4B47-B6C0-DE4B2A5A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Белгісіз контейнерге құйылған сұйықтық қос тәуекел жасайды.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DFCDB-8EA6-46F2-8D03-9DA8E1C9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A6BCA834-E69D-4348-B1E2-213D36D7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Стандарт: Өрт қауіпсіздігі ережелері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EFE0716-AE5C-48ED-A8BB-9EA73756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DAA5667-6783-49E8-95A0-7D9D7100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b067622ea40a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6696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370FD-1428-47B8-A72C-9D3DD771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199F8EF-9985-4AF0-B6F7-0C3423D0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Темекі шегу – тек белгіленген жерде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C2199-4D8A-4A7B-B4F5-268CAF89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Орын өрт қаупін ескере отырып белгіленген және ұйымдастырылған.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Қоймаларда, өндіріс орындарында және ол орнатылған басқа жерлерде темекі шегуге тыйым салынады.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Темекі тұқылдары толығымен сөндіріліп, берілген жанбайтын контейнерге салынады.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Электрондық темекі шегу құрылғылары да жергілікті режимге бағынады.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24E55-7723-4398-9A08-2F3C639A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60968-28BB-46CD-8531-2871E909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9D42F14B-5797-4C13-A711-0B038376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Ашық оттың болмауы қыздыру көзінің жоқтығын білдірмейді.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6EAC0-C676-457B-8052-4029261D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72926ECB-6A6C-4D0E-86E8-975595F1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Стандарт: Өрт қауіпсіздігі ережелері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589C641-C15D-4E18-88CE-44B9BAF2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D3E1D189-AEAD-4793-8D25-00319003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034d5aa62468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46632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80E73B-FE32-4FDA-AAA7-0EA435A8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EDDB3C4-8152-4DAA-9B95-270098D8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Отты жұмысты доға тұтанғанша дайындаңыз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73407-6BAA-433F-BDF7-C34C16B7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DCB45-F229-4BDC-9C79-9C8397FA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E420400A-65AA-45DF-A173-CF9E1A42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CC9E5A0D-C276-4668-815E-A21D90C7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Рұқсат ету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B226CFCA-27D6-4860-9A6C-7C7B8240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Орын, наряд-рұқсат, жауапты және уақытты анықтаңыз.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B15D3-14D1-4BF8-AD0D-BE3A01FE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80CDBD3D-D9D2-4B0D-A469-4F80B37D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4CAFDC79-6364-4307-954C-992E1953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Дайындаңыз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7BDC8D70-9B84-4386-854E-65A172E1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Жанғыш материалды алып тастаңыз немесе бекітіңіз, жабдықты, сынақ ортасын оқшаулаңыз.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AA63AD-54C8-49B2-AED3-A45CBB7C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9589197A-EB8A-4D25-8683-9698BE0B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2124E3A7-38A7-440F-ADB0-2DD8AD96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Беріңіз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8C566DF6-4355-4900-BAB1-524DF57C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сөндіру құралдары, қоршаулар, желдету, байланыс және бақылау.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6EB9AC-77D8-4E5A-B1D4-E2D1390D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FA9C2154-BFBD-4A76-80FC-1B717605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7AB09446-0756-4FB2-84E6-2499A676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Монитор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DB9AD223-DCD5-4200-A5B9-11A58643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Аяқтау кезінде және аяқталғаннан кейін белгіленген тәртіпте бақылаңыз.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FC8B5F-CC9F-4112-A822-E898A6B6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33FBC0-7D2A-40D6-9AF0-A09E1641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AE1AB33C-2B5C-4A87-B103-CFAFC52D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20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Портативті экран жасырын жанғыш материалдарды алып тастауды алмастыра алмайды.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1DBFF0-48D6-4ECD-8F07-11B25F4C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F1E45D9E-712D-4DFE-BEC5-ABEEB9E9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Стандарт: Өрт қауіпсіздігі ережелері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3CF8235-6079-4419-B1B6-A29895A6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8CE07FF-53E5-40D5-AC7C-A9965ABE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da5a193f594fd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8053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3F764F-FE7B-4F76-9980-9590CCB7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BCD280C-6E16-412D-A9D1-68DBEE3B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Өрт кезекшісі жұмыстан соң да бақылайды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82E5D-A332-4493-B284-CD2965B1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Бақылаушы ұшқын таралу аймағын, жасырын қуыстарды және іргелес үй-жайларды бақылайды.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Оның байланыс құралы бар, ол жұмысты тоқтату тәсілін және өрт сөндіру құралдарының орналасуын біледі.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Өрт бақылау кезекшілігін бақылаудан алаңдататын басқа міндетпен қатар атқармайды.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Жұмыстан кейінгі бақылау ұзақтығы ережелермен және жергілікті рұқсатпен белгіленеді.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85556-A099-41F9-8399-6D86491D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C3F4C-3B25-494B-8075-D7B8E4DF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B008BFF6-E969-4DD7-A9E3-939CBEDB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Тұтану дәнекерлеуші кеткеннен кейін анықталуы мүмкін.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549FF-A26E-4ED2-80C0-D9412D5A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0AC1A597-E147-4D59-9C3C-F09CE1DA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Стандарт: Өрт қауіпсіздігі ережелері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8DBA7DE-517F-4C00-8651-AFC91045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5CD1EFF-D283-4792-A437-F2912F8F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6215353b024bd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6216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9A84C9-38D5-4DB5-AFD5-B16CF916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1D893A4D-DC98-4CEE-8307-9AD99926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Түтін не күйген иіс — әрекет ету белгісі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DAFC4-0671-4AC7-A26A-AF744A88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8EA94-C1BD-4595-9148-62CE33AD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1D907B73-432F-4383-B793-C065917A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16AC7C84-F4C2-4A31-9D4B-0C386157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Елемей қоймаңыз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AD2168A0-873B-415B-9EBA-40B25FA9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Қауіпсіз жұмысты тоқтатып, шығу жолын бағалаңыз.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294156-C2BD-4FA4-82CD-349EC3EB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D20C11D5-6411-4A80-BD7B-9BF50068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9EFF0447-468E-4A25-A13C-307F8E71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Сигнал беріңіз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A669CBDC-94DC-4333-8BE9-579CE875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Адамдарды ескертіп, 101/112 және жергілікті схема арқылы хабарлаңыз.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82CBD-4A5E-439C-9D5B-CABD9C11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C3DA2825-5F10-42A2-9DB1-0FC2C58B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1D63D44B-76D3-4C1E-AD72-175994D7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Эвакуация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913CF43F-7B3A-4F8C-9D97-3DE38985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Есіктерді құлыптамай жауып, қауіпсіз түрде жүргізіңіз.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79B23B-A58F-4F77-9FB3-A2FB7567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C91F5C2C-4CD9-4408-97CD-1B0D9CBD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9B0A1AC8-4322-46F8-B323-9E742A09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Ақпаратты жіберіңіз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673B62C3-3C45-481E-B4FB-06D57140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Нақты орынды, белгілерді және ықтимал қауіпті материалдарды көрсетіңіз.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F93428-21A8-4235-B3EC-B4F3DC27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548685-F28D-4E01-874A-F0FF38D4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273C0FCF-6A71-4AB1-ADF4-28B7FB16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Көрінетін жалынды немесе қайталанатын сигналды күтпеңіз.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33E776-AA4C-4BE6-81D3-5033278A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76743B28-CF4A-4A5A-88FE-F5F194EF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Стандарт: Төтенше жағдайлар министрлігінің ұсыныстары: 101/112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6C41BD3B-A31A-44A8-9DAF-78E14CA8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5CC76AD-A50E-4199-A49B-6C42B20D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84bc9ae8104da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25630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30E6A0-F817-42EA-8695-DA54FDF5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0598BBB1-8A33-43AF-857A-A05B8EBD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Сценарий: шығудағы себет өртенді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BE215-9095-46DE-A8FE-88452061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SCRIPT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8F7EA-F82D-45D6-85AB-D96DBEA5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0500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9BC48-455A-4915-A1C8-F33538EF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7524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6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Бағалаңыз: өрт ошағы шағын, бірақ эвакуация бағытына жақын орналасқан.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6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Дабыл беріп, өрттің есікке баратын жолды кесуіне жол бермей, адамдардың шығуын қамтамасыз етіңіз.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6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Тек оқытылған болсаңыз, өрт сөндіргіш сәйкес келсе және шегіну жолы бос болса ғана сөндіруге кірісіңіз.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6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Түтін көбейсе, дереу шегініңіз, есікті құлыптамай жабыңыз және жиналу орнына барыңыз.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7667A1-2E9E-4EAD-BCE4-E165A615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050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AFE23-B14D-4BB3-AA4A-6B0564C8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050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82DF66A2-1C10-4671-BD87-0DEF498D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384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Шығу жұмысшы мен өрт арасында болмауы керек.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9BE848-222A-4392-BE63-5805E182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5D4C954-E2D0-4505-B121-32BD46AC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478EE19-60D9-4BE9-8D46-339DED7B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pic>
        <p:nvPicPr>
          <p:cNvPr id="2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5da9d020d64ba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09647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13FA6A-BCC1-4646-8D4E-68296746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1C846FA-AA53-47AE-93B6-DF8905C8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Сценарий: электр панелінен шыққан түтін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7B546-F530-4CC8-8E4A-3C8CA395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SCRIPT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8365A-A5E9-4047-9A62-EC335DE0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0500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5218E-6D1B-423C-8934-6A6E159D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7524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6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Шкафты рұқсатсыз ашпаңыз және кернеу бар деп күдіктенсеңіз, шкафты ұстамаңыз.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6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Дабыл қағып, 101/112 нөміріне хабарлаңыз және эвакуацияны ұйымдастырыңыз.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6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Токты өшіруді уәкілетті тұлға қауіпсіз процедураны сақтай отырып жүзеге асырады.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6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Өрт сөндіргішті пайдалануға оның дұрыс белгіленген және қауіпсіз қашу жолы болған жағдайда ғана рұқсат етіледі.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5BCC0-DBA2-4DF1-8736-389393EE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050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2F8C2-07B7-4D60-80F0-FC6DE190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050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287A1EFE-91F7-4A5C-BB0C-F4F2BC67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384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Жасырын электр және доға қауіп көрінетін жалыннан жоғары болуы мүмкін.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F16878-7C98-4D94-95A1-B41F4B3E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6F6DDA16-B7E7-48A9-90BA-AC900BC4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өрт қауіпсіздігі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A3D5B10-2C13-490F-B448-B9D2E935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pic>
        <p:nvPicPr>
          <p:cNvPr id="2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7ca040658c4bf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18088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098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HECKLIST_TITLE">
            <a:extLst xmlns:a="http://schemas.openxmlformats.org/drawingml/2006/main">
              <a:ext uri="{FF2B5EF4-FFF2-40B4-BE49-F238E27FC236}">
                <a16:creationId xmlns:a16="http://schemas.microsoft.com/office/drawing/2014/main" id="{9813F15D-0CF3-4891-8DC8-456C8760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Өрт кезіндегі соңғы алгоритм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B44EF-DDC1-46BD-AEC5-E2E2F234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6E99E-C72A-4B32-AA14-34229D0A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AE00B-112F-40E1-B264-ACD7FAB3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Есеп: дабыл, 101 немесе 112, нақты орын және қауіптер.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C45696-084B-4477-86A6-D2B3F9ED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4EC9C-7DF7-4D31-89F8-B7FF7C4C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5CDD1-29BC-4B29-A982-64136D26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24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Ескерту: жақын маңдағы және жергілікті схемаға сәйкес жауапты адамдар.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C31880-7C8B-4987-BFBF-495C9683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8B87C3-B94E-4E88-9EF5-76A7911D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D9DE9B-0DBA-43B3-91AC-E324364F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099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Эвакуация: қауіпсіз жол, есікті құлыптаусыз жабыңыз.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BC063-A49A-4105-96AB-264ADEDC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8EE0F5-01DB-44D0-8F09-865A4BB8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CF815C-9C3A-4F01-A946-62A23AB4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95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Жинау: шақыру, келмегендер туралы ақпарат, қайта кіруге тыйым салу.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714EAB-2420-4298-8711-C063E7D9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19189A-8F79-48BB-84CD-0F3A895A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C6A2AE-08A3-431C-A014-FA0E7286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815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Барлық шарттар орындалған кезде қауіпсіз бастапқы өртті ғана сөндіріңіз.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0C85AE-E415-4C6C-AB8C-2AB71BE8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«Сынақты бастау» түймесін басыңыз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1768CC-4C86-4D6A-B829-079E6C2E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578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Жаңартылған: 21/08/2026</a:t>
            </a:r>
          </a:p>
        </p:txBody>
      </p:sp>
      <p:pic>
        <p:nvPicPr>
          <p:cNvPr id="41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118abd987c4aa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7989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2026-09-01T18:08:16.8030000Z</dcterms:created>
  <dcterms:modified xsi:type="dcterms:W3CDTF">2026-09-01T18:08:16.8030000Z</dcterms:modified>
</coreProperties>
</file>
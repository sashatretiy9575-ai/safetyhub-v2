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0c0b1a9a91456f" /><Relationship Type="http://schemas.openxmlformats.org/officeDocument/2006/relationships/extended-properties" Target="/docProps/app.xml" Id="Rf0af02356eef42e0" /><Relationship Type="http://schemas.openxmlformats.org/officeDocument/2006/relationships/officeDocument" Target="/ppt/presentation.xml" Id="R30366217b49a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2e0fe7d8943d3"/>
    <p:sldMasterId xmlns:r="http://schemas.openxmlformats.org/officeDocument/2006/relationships" id="2147483650" r:id="R82990d856ed74069"/>
  </p:sldMasterIdLst>
  <p:notesMasterIdLst>
    <p:notesMasterId xmlns:r="http://schemas.openxmlformats.org/officeDocument/2006/relationships" r:id="Rbe95cc778d194085"/>
  </p:notesMasterIdLst>
  <p:sldIdLst>
    <p:sldId xmlns:r="http://schemas.openxmlformats.org/officeDocument/2006/relationships" id="256" r:id="Rcdaa12a163454cd5"/>
    <p:sldId xmlns:r="http://schemas.openxmlformats.org/officeDocument/2006/relationships" id="257" r:id="Ra842b00016204d1a"/>
    <p:sldId xmlns:r="http://schemas.openxmlformats.org/officeDocument/2006/relationships" id="258" r:id="R7183599fc8e547c6"/>
    <p:sldId xmlns:r="http://schemas.openxmlformats.org/officeDocument/2006/relationships" id="259" r:id="R58a9b2ab5cb74a02"/>
    <p:sldId xmlns:r="http://schemas.openxmlformats.org/officeDocument/2006/relationships" id="260" r:id="Rc8e219b16a1a4164"/>
    <p:sldId xmlns:r="http://schemas.openxmlformats.org/officeDocument/2006/relationships" id="261" r:id="R4a54b74996544473"/>
    <p:sldId xmlns:r="http://schemas.openxmlformats.org/officeDocument/2006/relationships" id="262" r:id="Rd42c4d0b438043ff"/>
    <p:sldId xmlns:r="http://schemas.openxmlformats.org/officeDocument/2006/relationships" id="263" r:id="R81b903d276b1407f"/>
    <p:sldId xmlns:r="http://schemas.openxmlformats.org/officeDocument/2006/relationships" id="264" r:id="Re751f1098d0149b3"/>
    <p:sldId xmlns:r="http://schemas.openxmlformats.org/officeDocument/2006/relationships" id="265" r:id="R986daf65461f47c6"/>
    <p:sldId xmlns:r="http://schemas.openxmlformats.org/officeDocument/2006/relationships" id="266" r:id="R9c56e5fdb9064fd3"/>
    <p:sldId xmlns:r="http://schemas.openxmlformats.org/officeDocument/2006/relationships" id="267" r:id="Rbed94a147f0e486f"/>
    <p:sldId xmlns:r="http://schemas.openxmlformats.org/officeDocument/2006/relationships" id="268" r:id="R35813b746b064415"/>
    <p:sldId xmlns:r="http://schemas.openxmlformats.org/officeDocument/2006/relationships" id="269" r:id="R283f2bb4556042d0"/>
    <p:sldId xmlns:r="http://schemas.openxmlformats.org/officeDocument/2006/relationships" id="270" r:id="Rc64009a7038f4aee"/>
    <p:sldId xmlns:r="http://schemas.openxmlformats.org/officeDocument/2006/relationships" id="271" r:id="Rdee29ed96c7343e5"/>
    <p:sldId xmlns:r="http://schemas.openxmlformats.org/officeDocument/2006/relationships" id="272" r:id="Rd81ab30326e449d4"/>
    <p:sldId xmlns:r="http://schemas.openxmlformats.org/officeDocument/2006/relationships" id="273" r:id="Rdf583f0f35c04d91"/>
    <p:sldId xmlns:r="http://schemas.openxmlformats.org/officeDocument/2006/relationships" id="274" r:id="R300a252f48f343ed"/>
    <p:sldId xmlns:r="http://schemas.openxmlformats.org/officeDocument/2006/relationships" id="275" r:id="R0b0d07b676b24ae1"/>
    <p:sldId xmlns:r="http://schemas.openxmlformats.org/officeDocument/2006/relationships" id="276" r:id="Rd9fa4eb5dd7f4f4a"/>
    <p:sldId xmlns:r="http://schemas.openxmlformats.org/officeDocument/2006/relationships" id="277" r:id="Rc02691b097c24375"/>
    <p:sldId xmlns:r="http://schemas.openxmlformats.org/officeDocument/2006/relationships" id="278" r:id="Rf4461e5d04304403"/>
    <p:sldId xmlns:r="http://schemas.openxmlformats.org/officeDocument/2006/relationships" id="279" r:id="R983e91e950af4336"/>
    <p:sldId xmlns:r="http://schemas.openxmlformats.org/officeDocument/2006/relationships" id="280" r:id="Rac8b858457044f70"/>
    <p:sldId xmlns:r="http://schemas.openxmlformats.org/officeDocument/2006/relationships" id="281" r:id="R9f2814741ed9457c"/>
    <p:sldId xmlns:r="http://schemas.openxmlformats.org/officeDocument/2006/relationships" id="282" r:id="R4874ed8072484ea8"/>
    <p:sldId xmlns:r="http://schemas.openxmlformats.org/officeDocument/2006/relationships" id="283" r:id="R0208c4031f5043f6"/>
    <p:sldId xmlns:r="http://schemas.openxmlformats.org/officeDocument/2006/relationships" id="284" r:id="R3136bf377eb0490e"/>
    <p:sldId xmlns:r="http://schemas.openxmlformats.org/officeDocument/2006/relationships" id="285" r:id="Re0dcfca3c3bc414f"/>
    <p:sldId xmlns:r="http://schemas.openxmlformats.org/officeDocument/2006/relationships" id="286" r:id="R2ad02b9162084b48"/>
    <p:sldId xmlns:r="http://schemas.openxmlformats.org/officeDocument/2006/relationships" id="287" r:id="R5280f59a88e14ba2"/>
    <p:sldId xmlns:r="http://schemas.openxmlformats.org/officeDocument/2006/relationships" id="288" r:id="R25143a20d6174bff"/>
    <p:sldId xmlns:r="http://schemas.openxmlformats.org/officeDocument/2006/relationships" id="289" r:id="Re927c0a780b44abb"/>
    <p:sldId xmlns:r="http://schemas.openxmlformats.org/officeDocument/2006/relationships" id="290" r:id="R58650b9fbf144089"/>
    <p:sldId xmlns:r="http://schemas.openxmlformats.org/officeDocument/2006/relationships" id="291" r:id="Rc1253f0b75db4626"/>
    <p:sldId xmlns:r="http://schemas.openxmlformats.org/officeDocument/2006/relationships" id="292" r:id="Rab90c78eb5354147"/>
    <p:sldId xmlns:r="http://schemas.openxmlformats.org/officeDocument/2006/relationships" id="293" r:id="Ref5914cced984394"/>
    <p:sldId xmlns:r="http://schemas.openxmlformats.org/officeDocument/2006/relationships" id="294" r:id="R2852ef95a1374692"/>
    <p:sldId xmlns:r="http://schemas.openxmlformats.org/officeDocument/2006/relationships" id="295" r:id="R45911040504d438e"/>
    <p:sldId xmlns:r="http://schemas.openxmlformats.org/officeDocument/2006/relationships" id="296" r:id="Recbb94cf4f374cbe"/>
    <p:sldId xmlns:r="http://schemas.openxmlformats.org/officeDocument/2006/relationships" id="297" r:id="Rf4df2e8caf2440ef"/>
    <p:sldId xmlns:r="http://schemas.openxmlformats.org/officeDocument/2006/relationships" id="298" r:id="R1997a59505f84b2f"/>
    <p:sldId xmlns:r="http://schemas.openxmlformats.org/officeDocument/2006/relationships" id="299" r:id="R262a6940762f4aa1"/>
    <p:sldId xmlns:r="http://schemas.openxmlformats.org/officeDocument/2006/relationships" id="300" r:id="Rff7a4d1132d644d2"/>
    <p:sldId xmlns:r="http://schemas.openxmlformats.org/officeDocument/2006/relationships" id="301" r:id="R910fb5e8513047a8"/>
    <p:sldId xmlns:r="http://schemas.openxmlformats.org/officeDocument/2006/relationships" id="302" r:id="Ree4f38fe52ca416b"/>
    <p:sldId xmlns:r="http://schemas.openxmlformats.org/officeDocument/2006/relationships" id="303" r:id="Ra98b835fefc54f89"/>
    <p:sldId xmlns:r="http://schemas.openxmlformats.org/officeDocument/2006/relationships" id="304" r:id="Rc16c746bbbc846cf"/>
    <p:sldId xmlns:r="http://schemas.openxmlformats.org/officeDocument/2006/relationships" id="305" r:id="R2de4696eaf3c4d98"/>
    <p:sldId xmlns:r="http://schemas.openxmlformats.org/officeDocument/2006/relationships" id="306" r:id="R7de05166c77549c4"/>
    <p:sldId xmlns:r="http://schemas.openxmlformats.org/officeDocument/2006/relationships" id="307" r:id="R96baa64455a147b2"/>
    <p:sldId xmlns:r="http://schemas.openxmlformats.org/officeDocument/2006/relationships" id="308" r:id="R6b193f45bf0c4faf"/>
    <p:sldId xmlns:r="http://schemas.openxmlformats.org/officeDocument/2006/relationships" id="309" r:id="R6a8e78a08a374ccc"/>
    <p:sldId xmlns:r="http://schemas.openxmlformats.org/officeDocument/2006/relationships" id="310" r:id="R121b387c60094b86"/>
    <p:sldId xmlns:r="http://schemas.openxmlformats.org/officeDocument/2006/relationships" id="311" r:id="Red2c5a84d8204e8b"/>
    <p:sldId xmlns:r="http://schemas.openxmlformats.org/officeDocument/2006/relationships" id="312" r:id="Rb7bc6f05207940a2"/>
    <p:sldId xmlns:r="http://schemas.openxmlformats.org/officeDocument/2006/relationships" id="313" r:id="Rf59f7b15d5044529"/>
    <p:sldId xmlns:r="http://schemas.openxmlformats.org/officeDocument/2006/relationships" id="314" r:id="R3aecea07902d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f96ffe56e476b" /><Relationship Type="http://schemas.openxmlformats.org/officeDocument/2006/relationships/slideMaster" Target="/ppt/slideMasters/slideMaster1.xml" Id="R12b2e0fe7d8943d3" /><Relationship Type="http://schemas.openxmlformats.org/officeDocument/2006/relationships/slideMaster" Target="/ppt/slideMasters/slideMaster2.xml" Id="R82990d856ed74069" /><Relationship Type="http://schemas.openxmlformats.org/officeDocument/2006/relationships/notesMaster" Target="/ppt/notesMasters/notesMaster1.xml" Id="Rbe95cc778d194085" /><Relationship Type="http://schemas.openxmlformats.org/officeDocument/2006/relationships/presProps" Target="/ppt/presProps.xml" Id="R03e38af375644be6" /><Relationship Type="http://schemas.openxmlformats.org/officeDocument/2006/relationships/tableStyles" Target="/ppt/tableStyles.xml" Id="Rd57aa15bcea44d5a" /><Relationship Type="http://schemas.openxmlformats.org/officeDocument/2006/relationships/slide" Target="/ppt/slides/slide1.xml" Id="Rcdaa12a163454cd5" /><Relationship Type="http://schemas.openxmlformats.org/officeDocument/2006/relationships/slide" Target="/ppt/slides/slide2.xml" Id="Ra842b00016204d1a" /><Relationship Type="http://schemas.openxmlformats.org/officeDocument/2006/relationships/slide" Target="/ppt/slides/slide3.xml" Id="R7183599fc8e547c6" /><Relationship Type="http://schemas.openxmlformats.org/officeDocument/2006/relationships/slide" Target="/ppt/slides/slide4.xml" Id="R58a9b2ab5cb74a02" /><Relationship Type="http://schemas.openxmlformats.org/officeDocument/2006/relationships/slide" Target="/ppt/slides/slide5.xml" Id="Rc8e219b16a1a4164" /><Relationship Type="http://schemas.openxmlformats.org/officeDocument/2006/relationships/slide" Target="/ppt/slides/slide6.xml" Id="R4a54b74996544473" /><Relationship Type="http://schemas.openxmlformats.org/officeDocument/2006/relationships/slide" Target="/ppt/slides/slide7.xml" Id="Rd42c4d0b438043ff" /><Relationship Type="http://schemas.openxmlformats.org/officeDocument/2006/relationships/slide" Target="/ppt/slides/slide8.xml" Id="R81b903d276b1407f" /><Relationship Type="http://schemas.openxmlformats.org/officeDocument/2006/relationships/slide" Target="/ppt/slides/slide9.xml" Id="Re751f1098d0149b3" /><Relationship Type="http://schemas.openxmlformats.org/officeDocument/2006/relationships/slide" Target="/ppt/slides/slide10.xml" Id="R986daf65461f47c6" /><Relationship Type="http://schemas.openxmlformats.org/officeDocument/2006/relationships/slide" Target="/ppt/slides/slide11.xml" Id="R9c56e5fdb9064fd3" /><Relationship Type="http://schemas.openxmlformats.org/officeDocument/2006/relationships/slide" Target="/ppt/slides/slide12.xml" Id="Rbed94a147f0e486f" /><Relationship Type="http://schemas.openxmlformats.org/officeDocument/2006/relationships/slide" Target="/ppt/slides/slide13.xml" Id="R35813b746b064415" /><Relationship Type="http://schemas.openxmlformats.org/officeDocument/2006/relationships/slide" Target="/ppt/slides/slide14.xml" Id="R283f2bb4556042d0" /><Relationship Type="http://schemas.openxmlformats.org/officeDocument/2006/relationships/slide" Target="/ppt/slides/slide15.xml" Id="Rc64009a7038f4aee" /><Relationship Type="http://schemas.openxmlformats.org/officeDocument/2006/relationships/slide" Target="/ppt/slides/slide16.xml" Id="Rdee29ed96c7343e5" /><Relationship Type="http://schemas.openxmlformats.org/officeDocument/2006/relationships/slide" Target="/ppt/slides/slide17.xml" Id="Rd81ab30326e449d4" /><Relationship Type="http://schemas.openxmlformats.org/officeDocument/2006/relationships/slide" Target="/ppt/slides/slide18.xml" Id="Rdf583f0f35c04d91" /><Relationship Type="http://schemas.openxmlformats.org/officeDocument/2006/relationships/slide" Target="/ppt/slides/slide19.xml" Id="R300a252f48f343ed" /><Relationship Type="http://schemas.openxmlformats.org/officeDocument/2006/relationships/slide" Target="/ppt/slides/slide20.xml" Id="R0b0d07b676b24ae1" /><Relationship Type="http://schemas.openxmlformats.org/officeDocument/2006/relationships/slide" Target="/ppt/slides/slide21.xml" Id="Rd9fa4eb5dd7f4f4a" /><Relationship Type="http://schemas.openxmlformats.org/officeDocument/2006/relationships/slide" Target="/ppt/slides/slide22.xml" Id="Rc02691b097c24375" /><Relationship Type="http://schemas.openxmlformats.org/officeDocument/2006/relationships/slide" Target="/ppt/slides/slide23.xml" Id="Rf4461e5d04304403" /><Relationship Type="http://schemas.openxmlformats.org/officeDocument/2006/relationships/slide" Target="/ppt/slides/slide24.xml" Id="R983e91e950af4336" /><Relationship Type="http://schemas.openxmlformats.org/officeDocument/2006/relationships/slide" Target="/ppt/slides/slide25.xml" Id="Rac8b858457044f70" /><Relationship Type="http://schemas.openxmlformats.org/officeDocument/2006/relationships/slide" Target="/ppt/slides/slide26.xml" Id="R9f2814741ed9457c" /><Relationship Type="http://schemas.openxmlformats.org/officeDocument/2006/relationships/slide" Target="/ppt/slides/slide27.xml" Id="R4874ed8072484ea8" /><Relationship Type="http://schemas.openxmlformats.org/officeDocument/2006/relationships/slide" Target="/ppt/slides/slide28.xml" Id="R0208c4031f5043f6" /><Relationship Type="http://schemas.openxmlformats.org/officeDocument/2006/relationships/slide" Target="/ppt/slides/slide29.xml" Id="R3136bf377eb0490e" /><Relationship Type="http://schemas.openxmlformats.org/officeDocument/2006/relationships/slide" Target="/ppt/slides/slide30.xml" Id="Re0dcfca3c3bc414f" /><Relationship Type="http://schemas.openxmlformats.org/officeDocument/2006/relationships/slide" Target="/ppt/slides/slide31.xml" Id="R2ad02b9162084b48" /><Relationship Type="http://schemas.openxmlformats.org/officeDocument/2006/relationships/slide" Target="/ppt/slides/slide32.xml" Id="R5280f59a88e14ba2" /><Relationship Type="http://schemas.openxmlformats.org/officeDocument/2006/relationships/slide" Target="/ppt/slides/slide33.xml" Id="R25143a20d6174bff" /><Relationship Type="http://schemas.openxmlformats.org/officeDocument/2006/relationships/slide" Target="/ppt/slides/slide34.xml" Id="Re927c0a780b44abb" /><Relationship Type="http://schemas.openxmlformats.org/officeDocument/2006/relationships/slide" Target="/ppt/slides/slide35.xml" Id="R58650b9fbf144089" /><Relationship Type="http://schemas.openxmlformats.org/officeDocument/2006/relationships/slide" Target="/ppt/slides/slide36.xml" Id="Rc1253f0b75db4626" /><Relationship Type="http://schemas.openxmlformats.org/officeDocument/2006/relationships/slide" Target="/ppt/slides/slide37.xml" Id="Rab90c78eb5354147" /><Relationship Type="http://schemas.openxmlformats.org/officeDocument/2006/relationships/slide" Target="/ppt/slides/slide38.xml" Id="Ref5914cced984394" /><Relationship Type="http://schemas.openxmlformats.org/officeDocument/2006/relationships/slide" Target="/ppt/slides/slide39.xml" Id="R2852ef95a1374692" /><Relationship Type="http://schemas.openxmlformats.org/officeDocument/2006/relationships/slide" Target="/ppt/slides/slide40.xml" Id="R45911040504d438e" /><Relationship Type="http://schemas.openxmlformats.org/officeDocument/2006/relationships/slide" Target="/ppt/slides/slide41.xml" Id="Recbb94cf4f374cbe" /><Relationship Type="http://schemas.openxmlformats.org/officeDocument/2006/relationships/slide" Target="/ppt/slides/slide42.xml" Id="Rf4df2e8caf2440ef" /><Relationship Type="http://schemas.openxmlformats.org/officeDocument/2006/relationships/slide" Target="/ppt/slides/slide43.xml" Id="R1997a59505f84b2f" /><Relationship Type="http://schemas.openxmlformats.org/officeDocument/2006/relationships/slide" Target="/ppt/slides/slide44.xml" Id="R262a6940762f4aa1" /><Relationship Type="http://schemas.openxmlformats.org/officeDocument/2006/relationships/slide" Target="/ppt/slides/slide45.xml" Id="Rff7a4d1132d644d2" /><Relationship Type="http://schemas.openxmlformats.org/officeDocument/2006/relationships/slide" Target="/ppt/slides/slide46.xml" Id="R910fb5e8513047a8" /><Relationship Type="http://schemas.openxmlformats.org/officeDocument/2006/relationships/slide" Target="/ppt/slides/slide47.xml" Id="Ree4f38fe52ca416b" /><Relationship Type="http://schemas.openxmlformats.org/officeDocument/2006/relationships/slide" Target="/ppt/slides/slide48.xml" Id="Ra98b835fefc54f89" /><Relationship Type="http://schemas.openxmlformats.org/officeDocument/2006/relationships/slide" Target="/ppt/slides/slide49.xml" Id="Rc16c746bbbc846cf" /><Relationship Type="http://schemas.openxmlformats.org/officeDocument/2006/relationships/slide" Target="/ppt/slides/slide50.xml" Id="R2de4696eaf3c4d98" /><Relationship Type="http://schemas.openxmlformats.org/officeDocument/2006/relationships/slide" Target="/ppt/slides/slide51.xml" Id="R7de05166c77549c4" /><Relationship Type="http://schemas.openxmlformats.org/officeDocument/2006/relationships/slide" Target="/ppt/slides/slide52.xml" Id="R96baa64455a147b2" /><Relationship Type="http://schemas.openxmlformats.org/officeDocument/2006/relationships/slide" Target="/ppt/slides/slide53.xml" Id="R6b193f45bf0c4faf" /><Relationship Type="http://schemas.openxmlformats.org/officeDocument/2006/relationships/slide" Target="/ppt/slides/slide54.xml" Id="R6a8e78a08a374ccc" /><Relationship Type="http://schemas.openxmlformats.org/officeDocument/2006/relationships/slide" Target="/ppt/slides/slide55.xml" Id="R121b387c60094b86" /><Relationship Type="http://schemas.openxmlformats.org/officeDocument/2006/relationships/slide" Target="/ppt/slides/slide56.xml" Id="Red2c5a84d8204e8b" /><Relationship Type="http://schemas.openxmlformats.org/officeDocument/2006/relationships/slide" Target="/ppt/slides/slide57.xml" Id="Rb7bc6f05207940a2" /><Relationship Type="http://schemas.openxmlformats.org/officeDocument/2006/relationships/slide" Target="/ppt/slides/slide58.xml" Id="Rf59f7b15d5044529" /><Relationship Type="http://schemas.openxmlformats.org/officeDocument/2006/relationships/slide" Target="/ppt/slides/slide59.xml" Id="R3aecea07902d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0a7acd2530a43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aa661a6fb94f5d" /><Relationship Type="http://schemas.openxmlformats.org/officeDocument/2006/relationships/notesMaster" Target="/ppt/notesMasters/notesMaster1.xml" Id="R78ca819ad09b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8569cc77a4556" /><Relationship Type="http://schemas.openxmlformats.org/officeDocument/2006/relationships/notesMaster" Target="/ppt/notesMasters/notesMaster1.xml" Id="R88d17c286771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313248816e41cf" /><Relationship Type="http://schemas.openxmlformats.org/officeDocument/2006/relationships/notesMaster" Target="/ppt/notesMasters/notesMaster1.xml" Id="Rd8e68c7b721c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f2cef712d4c6a" /><Relationship Type="http://schemas.openxmlformats.org/officeDocument/2006/relationships/notesMaster" Target="/ppt/notesMasters/notesMaster1.xml" Id="R413c2d26146a4b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8b9c0598b94eb6" /><Relationship Type="http://schemas.openxmlformats.org/officeDocument/2006/relationships/notesMaster" Target="/ppt/notesMasters/notesMaster1.xml" Id="R4518b850764741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e33a3fc9184c93" /><Relationship Type="http://schemas.openxmlformats.org/officeDocument/2006/relationships/notesMaster" Target="/ppt/notesMasters/notesMaster1.xml" Id="R031a2f91357c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66eea227bf4576" /><Relationship Type="http://schemas.openxmlformats.org/officeDocument/2006/relationships/notesMaster" Target="/ppt/notesMasters/notesMaster1.xml" Id="R5f366785e71c45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3614b8ac1e4cca" /><Relationship Type="http://schemas.openxmlformats.org/officeDocument/2006/relationships/notesMaster" Target="/ppt/notesMasters/notesMaster1.xml" Id="R1542047cde6d45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2c95ffb024fc5" /><Relationship Type="http://schemas.openxmlformats.org/officeDocument/2006/relationships/notesMaster" Target="/ppt/notesMasters/notesMaster1.xml" Id="R1c06fe645b53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22bb00de404bfc" /><Relationship Type="http://schemas.openxmlformats.org/officeDocument/2006/relationships/notesMaster" Target="/ppt/notesMasters/notesMaster1.xml" Id="R5b884d2740e642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a4a438f49743af" /><Relationship Type="http://schemas.openxmlformats.org/officeDocument/2006/relationships/notesMaster" Target="/ppt/notesMasters/notesMaster1.xml" Id="R1e17b503bd5349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fc5dfa965f4187" /><Relationship Type="http://schemas.openxmlformats.org/officeDocument/2006/relationships/notesMaster" Target="/ppt/notesMasters/notesMaster1.xml" Id="Ref35d102ccc34d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366510b8fd4abd" /><Relationship Type="http://schemas.openxmlformats.org/officeDocument/2006/relationships/notesMaster" Target="/ppt/notesMasters/notesMaster1.xml" Id="Re3663b0c26d342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17136010714e5b" /><Relationship Type="http://schemas.openxmlformats.org/officeDocument/2006/relationships/notesMaster" Target="/ppt/notesMasters/notesMaster1.xml" Id="Rf098a6e57bf14b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0a0fc5da2c4e7b" /><Relationship Type="http://schemas.openxmlformats.org/officeDocument/2006/relationships/notesMaster" Target="/ppt/notesMasters/notesMaster1.xml" Id="R7b9fc00492dc42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e95c524883461b" /><Relationship Type="http://schemas.openxmlformats.org/officeDocument/2006/relationships/notesMaster" Target="/ppt/notesMasters/notesMaster1.xml" Id="R362fd3bcef0f4f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3b9bf64c464a53" /><Relationship Type="http://schemas.openxmlformats.org/officeDocument/2006/relationships/notesMaster" Target="/ppt/notesMasters/notesMaster1.xml" Id="Rc57e7fe55e194c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52c5e10c0b4057" /><Relationship Type="http://schemas.openxmlformats.org/officeDocument/2006/relationships/notesMaster" Target="/ppt/notesMasters/notesMaster1.xml" Id="Re8f2640c316d4b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77de77e24f415f" /><Relationship Type="http://schemas.openxmlformats.org/officeDocument/2006/relationships/notesMaster" Target="/ppt/notesMasters/notesMaster1.xml" Id="Rb842f66995d149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f5e972303a469d" /><Relationship Type="http://schemas.openxmlformats.org/officeDocument/2006/relationships/notesMaster" Target="/ppt/notesMasters/notesMaster1.xml" Id="R87c9016dd5eb44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242fce0f2c46f1" /><Relationship Type="http://schemas.openxmlformats.org/officeDocument/2006/relationships/notesMaster" Target="/ppt/notesMasters/notesMaster1.xml" Id="R0a38b2e8b4694e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d124c69b3e439a" /><Relationship Type="http://schemas.openxmlformats.org/officeDocument/2006/relationships/notesMaster" Target="/ppt/notesMasters/notesMaster1.xml" Id="Rb98c14f4110e48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b36c4e49054516" /><Relationship Type="http://schemas.openxmlformats.org/officeDocument/2006/relationships/notesMaster" Target="/ppt/notesMasters/notesMaster1.xml" Id="Rc3c510ed09fe40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8be6134b5bd41bf" /><Relationship Type="http://schemas.openxmlformats.org/officeDocument/2006/relationships/notesMaster" Target="/ppt/notesMasters/notesMaster1.xml" Id="Rb8ad4541196c40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8ea9a8871e47e3" /><Relationship Type="http://schemas.openxmlformats.org/officeDocument/2006/relationships/notesMaster" Target="/ppt/notesMasters/notesMaster1.xml" Id="R88446198595348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e0ed6492d944e58" /><Relationship Type="http://schemas.openxmlformats.org/officeDocument/2006/relationships/notesMaster" Target="/ppt/notesMasters/notesMaster1.xml" Id="R4ebd830823be4a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2bd35178e04d2e" /><Relationship Type="http://schemas.openxmlformats.org/officeDocument/2006/relationships/notesMaster" Target="/ppt/notesMasters/notesMaster1.xml" Id="Rf31e51e8b0364f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ffc75496104bc3" /><Relationship Type="http://schemas.openxmlformats.org/officeDocument/2006/relationships/notesMaster" Target="/ppt/notesMasters/notesMaster1.xml" Id="R0261b1390d3e48a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57837d1379438c" /><Relationship Type="http://schemas.openxmlformats.org/officeDocument/2006/relationships/notesMaster" Target="/ppt/notesMasters/notesMaster1.xml" Id="Rfe3756278f6248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9d73f4ed1614b15" /><Relationship Type="http://schemas.openxmlformats.org/officeDocument/2006/relationships/notesMaster" Target="/ppt/notesMasters/notesMaster1.xml" Id="Rc5e5110a6d56425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7dee7170b24b88" /><Relationship Type="http://schemas.openxmlformats.org/officeDocument/2006/relationships/notesMaster" Target="/ppt/notesMasters/notesMaster1.xml" Id="Rb36b04af4fb149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504a0e38cb418a" /><Relationship Type="http://schemas.openxmlformats.org/officeDocument/2006/relationships/notesMaster" Target="/ppt/notesMasters/notesMaster1.xml" Id="R390ff3848d4045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2c99a9b4e1b43ef" /><Relationship Type="http://schemas.openxmlformats.org/officeDocument/2006/relationships/notesMaster" Target="/ppt/notesMasters/notesMaster1.xml" Id="Rdb8243d51d1f4e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3e524bcb88468e" /><Relationship Type="http://schemas.openxmlformats.org/officeDocument/2006/relationships/notesMaster" Target="/ppt/notesMasters/notesMaster1.xml" Id="Rbe1ba31c9b4b488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fb4ad1946d455c" /><Relationship Type="http://schemas.openxmlformats.org/officeDocument/2006/relationships/notesMaster" Target="/ppt/notesMasters/notesMaster1.xml" Id="Rd971ce7027dc4b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be96dae5c2c4924" /><Relationship Type="http://schemas.openxmlformats.org/officeDocument/2006/relationships/notesMaster" Target="/ppt/notesMasters/notesMaster1.xml" Id="R600267b9a43049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297688433d6464c" /><Relationship Type="http://schemas.openxmlformats.org/officeDocument/2006/relationships/notesMaster" Target="/ppt/notesMasters/notesMaster1.xml" Id="R5900a2bb6862424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20d040213eb4015" /><Relationship Type="http://schemas.openxmlformats.org/officeDocument/2006/relationships/notesMaster" Target="/ppt/notesMasters/notesMaster1.xml" Id="Rfe7c39042aca406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0e45a52ce342ae" /><Relationship Type="http://schemas.openxmlformats.org/officeDocument/2006/relationships/notesMaster" Target="/ppt/notesMasters/notesMaster1.xml" Id="R90c233cfb3a1453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dc2588d29994ddf" /><Relationship Type="http://schemas.openxmlformats.org/officeDocument/2006/relationships/notesMaster" Target="/ppt/notesMasters/notesMaster1.xml" Id="R56227a144c904ed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52c7287c77449db" /><Relationship Type="http://schemas.openxmlformats.org/officeDocument/2006/relationships/notesMaster" Target="/ppt/notesMasters/notesMaster1.xml" Id="R67681a3b6c2b475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88a115c29a848c7" /><Relationship Type="http://schemas.openxmlformats.org/officeDocument/2006/relationships/notesMaster" Target="/ppt/notesMasters/notesMaster1.xml" Id="Rb7643860d3cd4d0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b297a4b7004efc" /><Relationship Type="http://schemas.openxmlformats.org/officeDocument/2006/relationships/notesMaster" Target="/ppt/notesMasters/notesMaster1.xml" Id="Re5013fa3aa3946e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b0fffc691264cbc" /><Relationship Type="http://schemas.openxmlformats.org/officeDocument/2006/relationships/notesMaster" Target="/ppt/notesMasters/notesMaster1.xml" Id="R9bd2da73a18840e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bfae5de3d7b4b5f" /><Relationship Type="http://schemas.openxmlformats.org/officeDocument/2006/relationships/notesMaster" Target="/ppt/notesMasters/notesMaster1.xml" Id="R1c0d6a331ba644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8bf1e8398c94426" /><Relationship Type="http://schemas.openxmlformats.org/officeDocument/2006/relationships/notesMaster" Target="/ppt/notesMasters/notesMaster1.xml" Id="Ref77622206ae443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b3375dd001d4df9" /><Relationship Type="http://schemas.openxmlformats.org/officeDocument/2006/relationships/notesMaster" Target="/ppt/notesMasters/notesMaster1.xml" Id="Rb9ad701ed2334c8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f00c667b68643bd" /><Relationship Type="http://schemas.openxmlformats.org/officeDocument/2006/relationships/notesMaster" Target="/ppt/notesMasters/notesMaster1.xml" Id="R7a2c0c493467452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2aadb815b874074" /><Relationship Type="http://schemas.openxmlformats.org/officeDocument/2006/relationships/notesMaster" Target="/ppt/notesMasters/notesMaster1.xml" Id="R405846bab0a7420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9c62e98f40e46a0" /><Relationship Type="http://schemas.openxmlformats.org/officeDocument/2006/relationships/notesMaster" Target="/ppt/notesMasters/notesMaster1.xml" Id="R3ce349287b07443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66b2c99d2224d06" /><Relationship Type="http://schemas.openxmlformats.org/officeDocument/2006/relationships/notesMaster" Target="/ppt/notesMasters/notesMaster1.xml" Id="Re1329dec2e66422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42442392f5a44d0" /><Relationship Type="http://schemas.openxmlformats.org/officeDocument/2006/relationships/notesMaster" Target="/ppt/notesMasters/notesMaster1.xml" Id="R3197f07977324bf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bec9be4310b4690" /><Relationship Type="http://schemas.openxmlformats.org/officeDocument/2006/relationships/notesMaster" Target="/ppt/notesMasters/notesMaster1.xml" Id="Rd5421b799209491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fd64c44dc9242a3" /><Relationship Type="http://schemas.openxmlformats.org/officeDocument/2006/relationships/notesMaster" Target="/ppt/notesMasters/notesMaster1.xml" Id="Ra14891586da84a4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6b4b114c4cd46f3" /><Relationship Type="http://schemas.openxmlformats.org/officeDocument/2006/relationships/notesMaster" Target="/ppt/notesMasters/notesMaster1.xml" Id="R905569d5c016412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0fe09b81f344694" /><Relationship Type="http://schemas.openxmlformats.org/officeDocument/2006/relationships/notesMaster" Target="/ppt/notesMasters/notesMaster1.xml" Id="R65efb34ac3b64be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f452a083f604c96" /><Relationship Type="http://schemas.openxmlformats.org/officeDocument/2006/relationships/notesMaster" Target="/ppt/notesMasters/notesMaster1.xml" Id="R9378071163e8462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3fc89e1e6a44a32" /><Relationship Type="http://schemas.openxmlformats.org/officeDocument/2006/relationships/notesMaster" Target="/ppt/notesMasters/notesMaster1.xml" Id="Rb971df2b23b64e0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185a154d7b94fbd" /><Relationship Type="http://schemas.openxmlformats.org/officeDocument/2006/relationships/notesMaster" Target="/ppt/notesMasters/notesMaster1.xml" Id="R309ccce26abc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KK text map: content/localizations/staged-2026-09-01/presentations/biot/kk/text-map.json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6668452ab4e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b8527c893249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ad3bed85048cc" /><Relationship Type="http://schemas.openxmlformats.org/officeDocument/2006/relationships/slideLayout" Target="/ppt/slideLayouts/slideLayout1.xml" Id="Rb6e0f6c8f64841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337840f59c743c4" /><Relationship Type="http://schemas.openxmlformats.org/officeDocument/2006/relationships/slideLayout" Target="/ppt/slideLayouts/slideLayout2.xml" Id="R3ebc07289ed540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e0f6c8f64841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ebc07289ed540f7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bb7f31f104159" /><Relationship Type="http://schemas.openxmlformats.org/officeDocument/2006/relationships/image" Target="/ppt/media/image.jpeg" Id="R10bea95e49f048bd" /><Relationship Type="http://schemas.openxmlformats.org/officeDocument/2006/relationships/image" Target="/ppt/media/image.png" Id="R2c26eefb62b04f21" /><Relationship Type="http://schemas.openxmlformats.org/officeDocument/2006/relationships/notesSlide" Target="/ppt/notesSlides/notesSlide1.xml" Id="Rbbece3c76c18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c1330cfee7485b" /><Relationship Type="http://schemas.openxmlformats.org/officeDocument/2006/relationships/image" Target="/ppt/media/image2.png" Id="R9b7f0ec0e1074006" /><Relationship Type="http://schemas.openxmlformats.org/officeDocument/2006/relationships/notesSlide" Target="/ppt/notesSlides/notesSlide2.xml" Id="R342b8a396a77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236efb415742d2" /><Relationship Type="http://schemas.openxmlformats.org/officeDocument/2006/relationships/image" Target="/ppt/media/image3.png" Id="Rf46e1b3bd6974360" /><Relationship Type="http://schemas.openxmlformats.org/officeDocument/2006/relationships/notesSlide" Target="/ppt/notesSlides/notesSlide3.xml" Id="R4bd1f51c63544c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d88231132a4f8b" /><Relationship Type="http://schemas.openxmlformats.org/officeDocument/2006/relationships/image" Target="/ppt/media/image2.jpeg" Id="Rdaeab11fc6e14322" /><Relationship Type="http://schemas.openxmlformats.org/officeDocument/2006/relationships/image" Target="/ppt/media/image4.png" Id="R65af5a9f0dbb4a6a" /><Relationship Type="http://schemas.openxmlformats.org/officeDocument/2006/relationships/notesSlide" Target="/ppt/notesSlides/notesSlide4.xml" Id="R1b7d4c27e8d44e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8222d4acf644e2" /><Relationship Type="http://schemas.openxmlformats.org/officeDocument/2006/relationships/image" Target="/ppt/media/image5.png" Id="Rc402cdb032a542be" /><Relationship Type="http://schemas.openxmlformats.org/officeDocument/2006/relationships/notesSlide" Target="/ppt/notesSlides/notesSlide5.xml" Id="Rfcc5640675ec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b731fc31646db" /><Relationship Type="http://schemas.openxmlformats.org/officeDocument/2006/relationships/image" Target="/ppt/media/image6.png" Id="R95394ebe5cb643f3" /><Relationship Type="http://schemas.openxmlformats.org/officeDocument/2006/relationships/notesSlide" Target="/ppt/notesSlides/notesSlide6.xml" Id="R7a12a8fa46f540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156131bfb49ac" /><Relationship Type="http://schemas.openxmlformats.org/officeDocument/2006/relationships/image" Target="/ppt/media/image7.png" Id="R106315de6574433b" /><Relationship Type="http://schemas.openxmlformats.org/officeDocument/2006/relationships/notesSlide" Target="/ppt/notesSlides/notesSlide7.xml" Id="R65173cbdce5c48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555a1941bd4fd0" /><Relationship Type="http://schemas.openxmlformats.org/officeDocument/2006/relationships/image" Target="/ppt/media/image8.png" Id="R150f682c68cc46bd" /><Relationship Type="http://schemas.openxmlformats.org/officeDocument/2006/relationships/notesSlide" Target="/ppt/notesSlides/notesSlide8.xml" Id="R4beafbdd3c2e4e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1cd5a77764c34" /><Relationship Type="http://schemas.openxmlformats.org/officeDocument/2006/relationships/image" Target="/ppt/media/image9.png" Id="Re2c00c99ad5d478f" /><Relationship Type="http://schemas.openxmlformats.org/officeDocument/2006/relationships/notesSlide" Target="/ppt/notesSlides/notesSlide9.xml" Id="R9398677e33834c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8a76a5d6dc48aa" /><Relationship Type="http://schemas.openxmlformats.org/officeDocument/2006/relationships/image" Target="/ppt/media/image10.png" Id="R782ea28399a3415a" /><Relationship Type="http://schemas.openxmlformats.org/officeDocument/2006/relationships/notesSlide" Target="/ppt/notesSlides/notesSlide10.xml" Id="Rd5fdb08f923c4e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d3691de2d4598" /><Relationship Type="http://schemas.openxmlformats.org/officeDocument/2006/relationships/image" Target="/ppt/media/image11.png" Id="R8d50bf4068ae4597" /><Relationship Type="http://schemas.openxmlformats.org/officeDocument/2006/relationships/notesSlide" Target="/ppt/notesSlides/notesSlide11.xml" Id="Rc082645e4edd4e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0d426be8b4e58" /><Relationship Type="http://schemas.openxmlformats.org/officeDocument/2006/relationships/image" Target="/ppt/media/image12.png" Id="R4ea5e714442949e0" /><Relationship Type="http://schemas.openxmlformats.org/officeDocument/2006/relationships/notesSlide" Target="/ppt/notesSlides/notesSlide12.xml" Id="Rae290008524c44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aac8dae0844a2" /><Relationship Type="http://schemas.openxmlformats.org/officeDocument/2006/relationships/image" Target="/ppt/media/image13.png" Id="R348bae4731244e0b" /><Relationship Type="http://schemas.openxmlformats.org/officeDocument/2006/relationships/notesSlide" Target="/ppt/notesSlides/notesSlide13.xml" Id="R8b3ec3a5ee644a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7b13c05b4240f1" /><Relationship Type="http://schemas.openxmlformats.org/officeDocument/2006/relationships/image" Target="/ppt/media/image3.jpeg" Id="R9fada30f9798458f" /><Relationship Type="http://schemas.openxmlformats.org/officeDocument/2006/relationships/image" Target="/ppt/media/image14.png" Id="R81ba09229d404ba8" /><Relationship Type="http://schemas.openxmlformats.org/officeDocument/2006/relationships/notesSlide" Target="/ppt/notesSlides/notesSlide14.xml" Id="R89e178294fe044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6d43381dc41bd" /><Relationship Type="http://schemas.openxmlformats.org/officeDocument/2006/relationships/image" Target="/ppt/media/image15.png" Id="R0362f9a2b5af4e31" /><Relationship Type="http://schemas.openxmlformats.org/officeDocument/2006/relationships/notesSlide" Target="/ppt/notesSlides/notesSlide15.xml" Id="Rdd7feea2e40f4f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a4e32e8fb14e10" /><Relationship Type="http://schemas.openxmlformats.org/officeDocument/2006/relationships/image" Target="/ppt/media/image16.png" Id="R4aaad20b325643d5" /><Relationship Type="http://schemas.openxmlformats.org/officeDocument/2006/relationships/notesSlide" Target="/ppt/notesSlides/notesSlide16.xml" Id="R2d195bb99d0049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4ba1e0fb746ef" /><Relationship Type="http://schemas.openxmlformats.org/officeDocument/2006/relationships/image" Target="/ppt/media/image17.png" Id="Rb691d5b22fe94b81" /><Relationship Type="http://schemas.openxmlformats.org/officeDocument/2006/relationships/notesSlide" Target="/ppt/notesSlides/notesSlide17.xml" Id="R4954988536724c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76e5c712f452e" /><Relationship Type="http://schemas.openxmlformats.org/officeDocument/2006/relationships/image" Target="/ppt/media/image18.png" Id="Rbeffb6520f984267" /><Relationship Type="http://schemas.openxmlformats.org/officeDocument/2006/relationships/notesSlide" Target="/ppt/notesSlides/notesSlide18.xml" Id="Rb4fcd2cc814243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494acf08844d7" /><Relationship Type="http://schemas.openxmlformats.org/officeDocument/2006/relationships/image" Target="/ppt/media/image19.png" Id="R732250c473a140e0" /><Relationship Type="http://schemas.openxmlformats.org/officeDocument/2006/relationships/notesSlide" Target="/ppt/notesSlides/notesSlide19.xml" Id="Rd691deb4b9ad42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44a4d0c884bbb" /><Relationship Type="http://schemas.openxmlformats.org/officeDocument/2006/relationships/image" Target="/ppt/media/image4.jpeg" Id="Raa9381fda26d4290" /><Relationship Type="http://schemas.openxmlformats.org/officeDocument/2006/relationships/image" Target="/ppt/media/image20.png" Id="R398b2dd5b9dd4028" /><Relationship Type="http://schemas.openxmlformats.org/officeDocument/2006/relationships/notesSlide" Target="/ppt/notesSlides/notesSlide20.xml" Id="R666949fe2ba940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ac59dc12443bf" /><Relationship Type="http://schemas.openxmlformats.org/officeDocument/2006/relationships/image" Target="/ppt/media/image21.png" Id="Re06a65ac40ab47ad" /><Relationship Type="http://schemas.openxmlformats.org/officeDocument/2006/relationships/notesSlide" Target="/ppt/notesSlides/notesSlide21.xml" Id="R40041ec5352e4f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88aadc8584f71" /><Relationship Type="http://schemas.openxmlformats.org/officeDocument/2006/relationships/image" Target="/ppt/media/image22.png" Id="Rb508435d833e439b" /><Relationship Type="http://schemas.openxmlformats.org/officeDocument/2006/relationships/notesSlide" Target="/ppt/notesSlides/notesSlide22.xml" Id="R4b6b720f237a49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dd6489e584d8d" /><Relationship Type="http://schemas.openxmlformats.org/officeDocument/2006/relationships/image" Target="/ppt/media/image23.png" Id="R8259a086b50f46f4" /><Relationship Type="http://schemas.openxmlformats.org/officeDocument/2006/relationships/notesSlide" Target="/ppt/notesSlides/notesSlide23.xml" Id="R442d056fbdeb49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8b8bb432c34ee0" /><Relationship Type="http://schemas.openxmlformats.org/officeDocument/2006/relationships/image" Target="/ppt/media/image24.png" Id="R9b577fbebc8944d6" /><Relationship Type="http://schemas.openxmlformats.org/officeDocument/2006/relationships/notesSlide" Target="/ppt/notesSlides/notesSlide24.xml" Id="R456962f9b04142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f476e24494dcc" /><Relationship Type="http://schemas.openxmlformats.org/officeDocument/2006/relationships/image" Target="/ppt/media/image25.png" Id="Rcbd19de15a3a4ba7" /><Relationship Type="http://schemas.openxmlformats.org/officeDocument/2006/relationships/notesSlide" Target="/ppt/notesSlides/notesSlide25.xml" Id="R0f752bcde19447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4d22e6e444fd9" /><Relationship Type="http://schemas.openxmlformats.org/officeDocument/2006/relationships/image" Target="/ppt/media/image26.png" Id="Rfb013e1ba3e14fa1" /><Relationship Type="http://schemas.openxmlformats.org/officeDocument/2006/relationships/notesSlide" Target="/ppt/notesSlides/notesSlide26.xml" Id="R5e93a2418ae74d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379657c75745a5" /><Relationship Type="http://schemas.openxmlformats.org/officeDocument/2006/relationships/image" Target="/ppt/media/image27.png" Id="Rddf98c6efe3c4b45" /><Relationship Type="http://schemas.openxmlformats.org/officeDocument/2006/relationships/notesSlide" Target="/ppt/notesSlides/notesSlide27.xml" Id="R4ed83c9a8e7842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95784fb54444f" /><Relationship Type="http://schemas.openxmlformats.org/officeDocument/2006/relationships/image" Target="/ppt/media/image28.png" Id="Rd68af8fbd2ad4103" /><Relationship Type="http://schemas.openxmlformats.org/officeDocument/2006/relationships/notesSlide" Target="/ppt/notesSlides/notesSlide28.xml" Id="R9724a6e2ac5d46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e554887ff4462" /><Relationship Type="http://schemas.openxmlformats.org/officeDocument/2006/relationships/image" Target="/ppt/media/image29.png" Id="R996e60b660154cdc" /><Relationship Type="http://schemas.openxmlformats.org/officeDocument/2006/relationships/notesSlide" Target="/ppt/notesSlides/notesSlide29.xml" Id="R035cad74989043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1a7902b5244d69" /><Relationship Type="http://schemas.openxmlformats.org/officeDocument/2006/relationships/image" Target="/ppt/media/image30.png" Id="R71dfc22b8a794824" /><Relationship Type="http://schemas.openxmlformats.org/officeDocument/2006/relationships/notesSlide" Target="/ppt/notesSlides/notesSlide30.xml" Id="R556ea9ec4a714cf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cca1a264dc46a4" /><Relationship Type="http://schemas.openxmlformats.org/officeDocument/2006/relationships/image" Target="/ppt/media/image5.jpeg" Id="R03294b0cbc6a4ec1" /><Relationship Type="http://schemas.openxmlformats.org/officeDocument/2006/relationships/image" Target="/ppt/media/image31.png" Id="R4df6eba947014ddc" /><Relationship Type="http://schemas.openxmlformats.org/officeDocument/2006/relationships/notesSlide" Target="/ppt/notesSlides/notesSlide31.xml" Id="R1e1a4a37a3e244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a3d7717bb44ed" /><Relationship Type="http://schemas.openxmlformats.org/officeDocument/2006/relationships/image" Target="/ppt/media/image6.jpeg" Id="R6507c8c77e7d4ab3" /><Relationship Type="http://schemas.openxmlformats.org/officeDocument/2006/relationships/image" Target="/ppt/media/image32.png" Id="Rcea56a399b6f4d1b" /><Relationship Type="http://schemas.openxmlformats.org/officeDocument/2006/relationships/notesSlide" Target="/ppt/notesSlides/notesSlide32.xml" Id="R30098e234d394ad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b297e1fc04715" /><Relationship Type="http://schemas.openxmlformats.org/officeDocument/2006/relationships/image" Target="/ppt/media/image33.png" Id="R33697eb81e1c49a1" /><Relationship Type="http://schemas.openxmlformats.org/officeDocument/2006/relationships/notesSlide" Target="/ppt/notesSlides/notesSlide33.xml" Id="R2abd097121fa4b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308127b114e25" /><Relationship Type="http://schemas.openxmlformats.org/officeDocument/2006/relationships/image" Target="/ppt/media/image7.jpeg" Id="R539e6d10a3474c13" /><Relationship Type="http://schemas.openxmlformats.org/officeDocument/2006/relationships/image" Target="/ppt/media/image34.png" Id="Rec7bf7bcd0c84322" /><Relationship Type="http://schemas.openxmlformats.org/officeDocument/2006/relationships/notesSlide" Target="/ppt/notesSlides/notesSlide34.xml" Id="R42cf9ea23e8345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b3571212c47ee" /><Relationship Type="http://schemas.openxmlformats.org/officeDocument/2006/relationships/image" Target="/ppt/media/image35.png" Id="R12a6bf7bd80641bd" /><Relationship Type="http://schemas.openxmlformats.org/officeDocument/2006/relationships/notesSlide" Target="/ppt/notesSlides/notesSlide35.xml" Id="R39ffd7eaee6b4d8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e5fef16cd42e4" /><Relationship Type="http://schemas.openxmlformats.org/officeDocument/2006/relationships/image" Target="/ppt/media/image36.png" Id="R9b9b944b046848a8" /><Relationship Type="http://schemas.openxmlformats.org/officeDocument/2006/relationships/notesSlide" Target="/ppt/notesSlides/notesSlide36.xml" Id="Re1bd8921ca504bd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48c80697c4caa" /><Relationship Type="http://schemas.openxmlformats.org/officeDocument/2006/relationships/image" Target="/ppt/media/image37.png" Id="R61611c555fd644cd" /><Relationship Type="http://schemas.openxmlformats.org/officeDocument/2006/relationships/notesSlide" Target="/ppt/notesSlides/notesSlide37.xml" Id="Rf7b78727a437492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84a97ae95a4892" /><Relationship Type="http://schemas.openxmlformats.org/officeDocument/2006/relationships/image" Target="/ppt/media/image38.png" Id="R150af20a5b924167" /><Relationship Type="http://schemas.openxmlformats.org/officeDocument/2006/relationships/notesSlide" Target="/ppt/notesSlides/notesSlide38.xml" Id="R3e5e7349000841d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52d87c50e441c" /><Relationship Type="http://schemas.openxmlformats.org/officeDocument/2006/relationships/image" Target="/ppt/media/image39.png" Id="R3a7a81063955442d" /><Relationship Type="http://schemas.openxmlformats.org/officeDocument/2006/relationships/notesSlide" Target="/ppt/notesSlides/notesSlide39.xml" Id="R25c739b50fb44c8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a252b32f294eba" /><Relationship Type="http://schemas.openxmlformats.org/officeDocument/2006/relationships/image" Target="/ppt/media/image40.png" Id="Rd793bfb63a6f4ee8" /><Relationship Type="http://schemas.openxmlformats.org/officeDocument/2006/relationships/notesSlide" Target="/ppt/notesSlides/notesSlide40.xml" Id="R6e6f804cca3b432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dd08b15234196" /><Relationship Type="http://schemas.openxmlformats.org/officeDocument/2006/relationships/image" Target="/ppt/media/image41.png" Id="R68c1c2aa9cc84d6c" /><Relationship Type="http://schemas.openxmlformats.org/officeDocument/2006/relationships/notesSlide" Target="/ppt/notesSlides/notesSlide41.xml" Id="Rbb95f47347e84d4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dfbd7725714735" /><Relationship Type="http://schemas.openxmlformats.org/officeDocument/2006/relationships/image" Target="/ppt/media/image8.jpeg" Id="Rd03ad59dbe0a4d04" /><Relationship Type="http://schemas.openxmlformats.org/officeDocument/2006/relationships/image" Target="/ppt/media/image42.png" Id="R02f7c05dc9d841c5" /><Relationship Type="http://schemas.openxmlformats.org/officeDocument/2006/relationships/notesSlide" Target="/ppt/notesSlides/notesSlide42.xml" Id="R325204156d6f479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607cf6d874377" /><Relationship Type="http://schemas.openxmlformats.org/officeDocument/2006/relationships/image" Target="/ppt/media/image43.png" Id="R87bd86481e5b4324" /><Relationship Type="http://schemas.openxmlformats.org/officeDocument/2006/relationships/notesSlide" Target="/ppt/notesSlides/notesSlide43.xml" Id="R383b853ff57c470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6a3c7fcac41f5" /><Relationship Type="http://schemas.openxmlformats.org/officeDocument/2006/relationships/image" Target="/ppt/media/image44.png" Id="R9e3e6e135d154225" /><Relationship Type="http://schemas.openxmlformats.org/officeDocument/2006/relationships/notesSlide" Target="/ppt/notesSlides/notesSlide44.xml" Id="R5ae9d1ec461f46a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b8a02dfa6a48fd" /><Relationship Type="http://schemas.openxmlformats.org/officeDocument/2006/relationships/image" Target="/ppt/media/image45.png" Id="R95d1f31dacea43de" /><Relationship Type="http://schemas.openxmlformats.org/officeDocument/2006/relationships/notesSlide" Target="/ppt/notesSlides/notesSlide45.xml" Id="R3d88b334103c4d9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f4a3915534ea3" /><Relationship Type="http://schemas.openxmlformats.org/officeDocument/2006/relationships/image" Target="/ppt/media/image46.png" Id="Rc84c8b34e36c4109" /><Relationship Type="http://schemas.openxmlformats.org/officeDocument/2006/relationships/notesSlide" Target="/ppt/notesSlides/notesSlide46.xml" Id="Rd280d3fcb48b49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9d97b37874775" /><Relationship Type="http://schemas.openxmlformats.org/officeDocument/2006/relationships/image" Target="/ppt/media/image47.png" Id="Rd238ae39482b4da0" /><Relationship Type="http://schemas.openxmlformats.org/officeDocument/2006/relationships/notesSlide" Target="/ppt/notesSlides/notesSlide47.xml" Id="Rc3385fdd27ff453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7fc7866cf4d14" /><Relationship Type="http://schemas.openxmlformats.org/officeDocument/2006/relationships/image" Target="/ppt/media/image48.png" Id="R8fcc7348122543d9" /><Relationship Type="http://schemas.openxmlformats.org/officeDocument/2006/relationships/notesSlide" Target="/ppt/notesSlides/notesSlide48.xml" Id="Ra9cb1d78981648d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907e0d798491c" /><Relationship Type="http://schemas.openxmlformats.org/officeDocument/2006/relationships/image" Target="/ppt/media/image49.png" Id="R653077387c394065" /><Relationship Type="http://schemas.openxmlformats.org/officeDocument/2006/relationships/notesSlide" Target="/ppt/notesSlides/notesSlide49.xml" Id="Rc458e6aa276440c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276e81070a47a4" /><Relationship Type="http://schemas.openxmlformats.org/officeDocument/2006/relationships/image" Target="/ppt/media/image50.png" Id="R4670cb4ac0b84efb" /><Relationship Type="http://schemas.openxmlformats.org/officeDocument/2006/relationships/notesSlide" Target="/ppt/notesSlides/notesSlide50.xml" Id="Raa1710e5498e498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83cd59afd4221" /><Relationship Type="http://schemas.openxmlformats.org/officeDocument/2006/relationships/image" Target="/ppt/media/image51.png" Id="R3cc17bd06fd14c68" /><Relationship Type="http://schemas.openxmlformats.org/officeDocument/2006/relationships/notesSlide" Target="/ppt/notesSlides/notesSlide51.xml" Id="R55ff3dbcdb9544a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dd5ddea234d79" /><Relationship Type="http://schemas.openxmlformats.org/officeDocument/2006/relationships/image" Target="/ppt/media/image52.png" Id="Rf36d568d5f2f41eb" /><Relationship Type="http://schemas.openxmlformats.org/officeDocument/2006/relationships/notesSlide" Target="/ppt/notesSlides/notesSlide52.xml" Id="Ra85d3fd057414b2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2625318fe4513" /><Relationship Type="http://schemas.openxmlformats.org/officeDocument/2006/relationships/image" Target="/ppt/media/image53.png" Id="R229c24fcee1b4d3d" /><Relationship Type="http://schemas.openxmlformats.org/officeDocument/2006/relationships/notesSlide" Target="/ppt/notesSlides/notesSlide53.xml" Id="Rd6383dd358e1451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9abb792114156" /><Relationship Type="http://schemas.openxmlformats.org/officeDocument/2006/relationships/image" Target="/ppt/media/image54.png" Id="R3df1daadf1c24cb5" /><Relationship Type="http://schemas.openxmlformats.org/officeDocument/2006/relationships/notesSlide" Target="/ppt/notesSlides/notesSlide54.xml" Id="R08d0d65c8ac0499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a93387655432f" /><Relationship Type="http://schemas.openxmlformats.org/officeDocument/2006/relationships/image" Target="/ppt/media/image55.png" Id="R57461fd1fd0e42ac" /><Relationship Type="http://schemas.openxmlformats.org/officeDocument/2006/relationships/notesSlide" Target="/ppt/notesSlides/notesSlide55.xml" Id="R00e5eff1027c41c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e6842309f440c" /><Relationship Type="http://schemas.openxmlformats.org/officeDocument/2006/relationships/image" Target="/ppt/media/image56.png" Id="Rca38602ab7144d24" /><Relationship Type="http://schemas.openxmlformats.org/officeDocument/2006/relationships/notesSlide" Target="/ppt/notesSlides/notesSlide56.xml" Id="Radde40266b004dc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0e5daa46ab494b" /><Relationship Type="http://schemas.openxmlformats.org/officeDocument/2006/relationships/image" Target="/ppt/media/image57.png" Id="R405f3f32a035428a" /><Relationship Type="http://schemas.openxmlformats.org/officeDocument/2006/relationships/notesSlide" Target="/ppt/notesSlides/notesSlide57.xml" Id="R4530d60552c14e0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ca79639624bf3" /><Relationship Type="http://schemas.openxmlformats.org/officeDocument/2006/relationships/image" Target="/ppt/media/image58.png" Id="Rdc280286164747dc" /><Relationship Type="http://schemas.openxmlformats.org/officeDocument/2006/relationships/notesSlide" Target="/ppt/notesSlides/notesSlide58.xml" Id="Rdd08840da4d04f7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3a76e44134bcf" /><Relationship Type="http://schemas.openxmlformats.org/officeDocument/2006/relationships/image" Target="/ppt/media/image59.png" Id="R14e1ac984c7240e9" /><Relationship Type="http://schemas.openxmlformats.org/officeDocument/2006/relationships/notesSlide" Target="/ppt/notesSlides/notesSlide59.xml" Id="R2130aa52a91d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3411B-E722-4CD4-9EC0-A6CBBE2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4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ea95e49f048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C75-32AE-4C41-B4F5-92C7CB6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071337B5-F3E9-4F8A-95E3-3DC8FE6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ОҚУ КУРСЫ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5BFA5B0B-DA53-478F-81D3-714CC35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87C9-9560-4499-9C72-70E01D0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A53A70B4-237C-4803-B88F-8C53A4E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Қауіпсіз жұмыс пен өнеркәсіптік қауіпсіздіктің практикалық принциптері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53A93565-D2CD-4419-98EF-52CC5BC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Жұмысшылар мен желілік қызметкерлерді оқыту курсы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635A2-2A9B-46B1-87CA-B82D53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FB1232-87F8-4C51-B4F8-34B44B4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A215B7-1824-4CF1-B2AA-5198C3F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6eefb62b04f2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1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5C3B-EEA0-41AC-814E-A2765F5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F9439B-856D-4853-A4E8-9CDF8E7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Курстан кейін жұмыскер мүмкін болады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600CD3F-208D-4BE5-9917-2534996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A25E5-917C-42CB-BFB6-DE8B5F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A771C12-1906-49F4-B5AA-D61C5DB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Қауіптерді тану, тәуекел бағалау және бақылау шараларын таңдау.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BBB7AD55-6704-4B53-AE51-450186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DD72-BB18-47A0-A629-14E1020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1DE1CF8-732C-4C4E-9EA1-2DCBB94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Қызметкердің, жұмыс берушінің және менеджердің жауапкершілігін түсініңіз.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177A5C7-364F-42D5-8A55-9A5823A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E2C0-051C-4B88-B1E9-665B0F0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FE0FC75-9DEB-494C-A38E-8BBB1E49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Қауіптерді, оқиғаларды, жарақаттар мен жазатайым оқиғаларды дұрыс хабарлаңыз.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A7229F-93A4-45CF-8B0F-14367B7D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45C9D-46A0-4348-A998-D78FB1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5D1869EE-18B5-4E12-83CC-B7F4DBF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өндірістік нысанда негізгі әрекеттерді орындаңыз.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9987-D3BF-4D8E-B2C2-EB9C052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9E01C-F452-4C17-9B7A-2E38E9D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4359804-AF2F-450E-9890-10FD616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BIOT негізгі мақсаты жарақаттану, жазатайым оқиғалар мен кәсіптік аурулардың алдын алу болып табылады.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71427-90E9-4AA1-9AC6-CEB18D1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427C599-EEB2-429F-831C-583F3CB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 • «Азаматтық қорғау туралы» Заң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25A84D3-B085-4665-B1EA-822E056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8B2D792-AE35-4FE8-84FA-11E83D8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f0ec0e107400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4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5131-D1EE-4980-951A-AC6E26C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60C0C74-099B-42D4-87AA-7CFD753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Курстың бес бөлімі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70C49BDC-DF60-4E30-BF17-1EF842B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563D-9499-49BE-992B-DFFB39C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0EBADB1-21D9-4C45-94D7-29B377F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қауіпсіздігі және еңбекті қорғау негіздері.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2842B818-9212-4E6F-A109-DAA9E17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AD24-E998-40A4-8E3F-A4BE1F5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50765117-E86F-42D1-9029-165B92A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заңнамасы практикалық контексте.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7CFF7D3-A5FB-4DD7-8084-552E967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5016-5476-4F0D-B038-83ECB72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7E6A9315-FC22-4540-9700-C0119AE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қауіпсіздігі және еңбекті қорғауды басқару жүйесі.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5D9EE9B-88C9-46A6-BA67-88B1DE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82156-105A-4164-8236-B61DADC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661555F1-0C29-4F88-B849-08359F9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Апаттар және төтенше жағдайларға дайындық.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3FE62A71-F651-4416-BA6E-AEE82C8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9893-DE4B-4D96-A87E-5EE44E6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2561C253-C621-41AF-AE26-A564FD3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Өнеркәсіптік қауіпсіздік негіздері.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5E6AE-B8A4-4967-805F-B3CBB0E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EB57E-4FBD-474C-8B11-61E6755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B592A-3E68-49BA-8052-C7E4607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семантикалық блоктар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1AAB5-9A5C-4BFC-B39F-AC29224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D08BF3-EE1C-49C3-8E9E-954E7E0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99D4D7-D4C7-4F3C-B59E-55F81FB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e1b3bd697436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9D989DE-7A9E-4797-9476-BB65A5A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6779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25CE-5F7A-4AAF-AA89-2A864FE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ab11fc6e143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CEAFA73A-B501-4ECE-9D4C-1820053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4B68-C3CF-43DF-A2A2-54B42E0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18B179D6-31D0-447A-9928-ACACAF0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негіздері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FA956993-101B-4E8C-84FE-C315405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Қауіпсіздік қызметкердің, жұмыс берушінің және менеджердің бірлескен әрекеттерімен жасалады.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2E04-2A36-415E-92FF-D73C705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169150-0C7D-4C24-88CD-7D21617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3C5570D-7E58-4914-9F74-9BD7F93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f5a9f0dbb4a6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4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жағдайлары - бүкіл жұмыс контексті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ортасы: жабдық, материалдар, ауа, шу, жарық және температура.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процесі: әрекеттер, жүктеме, қарқын, поза, ауысым және адамдардың өзара әрекеті.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Ұйымдастыру: нұсқаулар, оқыту, қадағалау, техникалық қызмет көрсету және төтенше жағдайларға дайындық.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Кез келген элементті өзгерту тәуекел өзгертуі мүмкін.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Қауіпсіз жабдық дұрыс ұйымдастырылмаған жағдайда қауіпсіз жұмыс істеуге кепілдік бермейді.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db032a542b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BE5AB-7DD5-4143-8526-08C68EA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CE5051-50F8-40A1-9880-F28655E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факторлар әр түрлі әсер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B1E1-B7A4-405B-A69D-6B10E8E6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63739-A582-4D52-BAC6-BF374E2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5B11-433B-487A-91D1-8F69D47A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D1F9B-1D37-43FB-8463-7137FFE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B44B-A73E-4AA0-8F02-24B15D4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Физикалық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B34FE-6FF8-414B-8DEF-1FBE14A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Жылжымалы бөліктер, биіктік, шу, температура, электр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9A6D-2D02-4878-A062-521FF5A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Қоршау, оқшаулау, қашықтық, режим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C068E-9990-4ED8-A97E-48075DB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B71C-A395-472D-AFBB-20B7805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Химиялық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176CC-4B66-4243-B6B0-2CBB91C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Шаң, булар, газдар және сұйықтықтар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AD2C4-02AD-4E39-AAEB-5F17375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Ауыстыру, тығыздау, желдету, бақылау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8CEA9-8F39-45DF-BF21-46A3006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2AE0F-4ECC-414F-9D5E-B6F008E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Биологиялық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20E97-F7E0-4D26-8B2C-40C11EE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Микроорганизмдер және биоматериал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06F-7D87-46DB-8547-3D5AB34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Гигиена, оқшаулау, ережелер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79BB6-33F1-42CF-A490-035F896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E8EB8-C982-45DD-8BC5-2BD821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Психофизиологиялық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21261-8375-4039-A9B9-F284215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Шамадан тыс жүктеме, монотондылық, шаршау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17040-6C40-47AF-BA1B-CDE586E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Жоспарлау, үзілістер, тапсырмаларды бөлу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30EF6-E20A-4ED0-8033-917271E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Алдымен, әсер ету көзі мен жолы анықталады, содан кейін қорғаныс таңдалады.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62604-E801-44C6-B88F-FB9B624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5AB913-DF34-4EB3-9F82-41CC0CD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9E10402-E4A0-4631-B969-65A7712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94ebe5cb643f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3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BED5E-D8E6-4C25-A980-8906E6E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026453-16B3-48E9-96F3-C5D6FE6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Тізбекте қауіпті жағдай дамиды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FE16-1ED5-4F50-9061-BEAD39E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A9E8-2EA3-4E10-9544-C57F34F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C03C4E2-85FB-4F93-8F9E-4287444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2259AD8-5D34-48CE-9EB1-91FE7A0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Жағдайы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8BA1824-BDB6-4245-9857-C1F805D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Қате, нашар ұйымдастырылған немесе қауіпті орта.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B7EB9-66F9-4AEE-A253-960C9B3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B093AE3-F7E8-4FC9-A7E5-5C4F802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24A4CF2-2FAA-453B-8E9F-80B61A6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Әрекет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C182F79D-E340-4608-9822-B2EDC7C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Қате, бұзушылық, асығыс немесе қате шешім.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85ABB-1289-48E4-A119-26D4A68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9B9E1CD-8A51-4AE6-B7F8-97D7212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477D878-6F4A-4B9A-85A3-39731A1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Оқиға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1D680A03-6385-48C3-B5B1-2E1E493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Энергияны, затты немесе қозғалысты бақылауды жоғалту.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A8D17-79B1-4D85-8EE0-46105C8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6232D6D-0243-4A21-9ED2-419CABF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865FF93-C663-4835-9D41-79C4CF2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Салдары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05798763-ACF8-4185-9A0F-68BF4A17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Жарақат, зақым, апат немесе денсаулыққа әсер ету.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65392-044A-4D03-A29D-1008E2B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A1E1-76B0-416F-9022-ED1C0E73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FA14551-1FC3-4EFA-A1E1-81EC880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Тізбекті ерте кезеңде – қауіп анықталған кезде үзу оңайырақ.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F631D-AD91-4E47-ABE8-6DB22E5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9DE4340-1960-4DF4-8D4E-FF0F291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76B103-58EF-44BB-8919-9F74705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315de6574433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1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3F088-D9DA-49B2-B5D6-B8BFB72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083C66-9274-433D-B1C8-3CEA62F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өмір мен денсаулықты сақтайды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B9EA-91A2-46C3-B3A8-0A1FBE0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еңбекті қорғау құқықтық, ұйымдастырушылық, техникалық, санитарлық және профилактикалық шараларды біріктіреді.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Еңбекті қорғау дегеніміз – жұмыскерді қауіпті және зиянды факторлардан қорғау.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Талаптар Қазақстандағы жұмыс берушілер мен қызметкерлер үшін міндетті болып табылады.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 әрекеттеріне арналған шығындарды жұмыс беруші төлейді.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DE6E-D689-45B8-8008-797E5F8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62A2-EE22-4E17-BEE8-AA0F18C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1BC0D8F-D252-49DD-B000-9184D04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BIOT жеке нұсқама емес, тұрақты жұмысты басқару жүйесі.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105A-528E-4692-ACE4-65EB130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17DE839-4906-4F9A-8074-E1A40C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Қазақстан Республикасының Еңбек кодексі, 4-бөлім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5C2D702-248F-420F-B59C-3AEF911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983F5A4-B788-4563-9B6D-EB8BFF2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f682c68cc46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5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8FC1-BD2A-4EC9-8628-E62F899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C779E6-E0E6-4024-B794-A037C30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Рөлдерге тағайындалған жауапкершілік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B42B-B7BC-467E-838A-09A193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беруші жағдай жасайды, оқытуды, бақылауды, медициналық тексеруді және қорғауды ұйымдастырады.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Менеджер тапсырманы жоспарлайды, қауіпсіздік шараларын хабарлайды және өзгерістерге жауап береді.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талаптарға сәйкес келеді, қорғауды қолданады және қауіптер туралы хабарлайды.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 қызметтері жүйеге көмектеседі, бірақ менеджерлер мен қызметкерлердің жауапкершілігін ауыстырмайды.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803F9-35FB-4D30-A235-F4A6C3A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97AD-6FDA-4E8F-8554-20FD5E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6EEA8D-6FF7-43CF-A652-BE1D0E7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Қауіпсіздікті бір маманға толығымен беруге болмайды.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3902-6E8F-4FDD-B086-423A94D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4597F4-27F2-4898-B7C4-81AB143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кодексі, 181–182-баптар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E86C7CF-5F29-49F8-8E0B-3B6A16D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1BFDE2E-4743-424A-80A0-DCE1DF5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00c99ad5d47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AF3DD-C25D-4591-9F92-91F3467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D723FE-E65C-46C0-8DA0-3A5A04A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 төнсе, жұмыс тоқтатылады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8A0B-9820-4E22-A328-CCDAF05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8876-FBCB-4EFA-A62F-694EA60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A65C3-C55D-486B-A674-7D55F07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7088-4991-4294-B80D-320350C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Қосымша қауіп тудырмай әрекетті тоқтатыңыз немесе қауіпті аймақтан кетіңіз.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Адамдарды ескертіп, тікелей басшыға хабарлаңыз.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өміріне немесе денсаулығына қауіп төндіретін жағдайда жұмыс берушіні хабардар ете отырып, жұмыстан бас тартуға құқылы.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Себеп жойылғаннан кейін және қауіпсіз жағдайлар расталғаннан кейін қайта бастауға болады.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4A03-A783-4031-9292-BCBE464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Қауіпсіз еңбек құқығы қауіп туралы хабарлау міндетімен бірге жүреді.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80C2-444A-496A-A2F5-D59F9D4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A70099-822F-4286-BD3E-CFA7E37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кодексі, 181-бап.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5107470-21E5-42B1-B759-A9F9246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AA0FF6-27AC-4776-A003-C720EB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ea28399a3415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1AC48937-3B43-4052-96BD-28C3679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212520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6EBD-6FF0-4045-8D9A-7767A63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D29A454-5366-4C31-96A3-34A80EF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жұмыскер қауіпсіз әрекет етуі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543E-4E06-4BA3-BC0D-3F62462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BIOT, өрт, өнеркәсіптік қауіпсіздік және санитарлық талаптарды сақтаңыз.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Толық оқыту, нұсқама, білімді тексеру және міндетті медициналық тексерулер.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Берілген қорғаныс құралдарын дұрыс пайдаланыңыз және жабдықты күтіңіз.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Қауіп, ақау, оқиға немесе денсаулықтың нашарлауы туралы хабарлаңыз.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A998-53D3-4ED4-8241-67F6B64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2A9F-CFD6-43C6-9B57-AF31E58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9F1C892-A04A-4043-AAA8-FBD4033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Жасырын қауіп ұйымды оқиғаның алдын алу мүмкіндігінен айырады.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F351-F3E8-4F0A-BD8D-8CC4E1A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E495E82-AD5C-4E85-97B4-C785838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7B49418-BB19-4688-BB51-9E6D453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065B2E6-6DA6-4904-85F5-A84647F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0bf4068ae45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13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3CA42-E50E-473E-BD96-FC9C174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A5B581-C68A-4DAE-A62C-6AB1B5D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беруші тәуекелдерді басқару үшін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7BC3-DAED-4BFB-BC01-565130F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Ғимараттардың, жабдықтардың, процестер мен жұмыс аймақтарының қауіпсіз күйде екеніне көз жеткізіңіз.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Оқытуды, нұсқама, білімді бақылауды және жұмысқа рұқсат беруді ұйымдастырыңыз.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Қажетті ұжымдық және жеке қорғаныс құралдарымен қамтамасыз ету және оларға қызмет көрсету.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Оқиғаларды зерттеңіз, себептерін жойыңыз және қызметкерлерді тәуекелдер туралы хабардар етіңіз.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C5E-29A6-46A6-9075-B0FBAC6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69847-BBC7-48C6-B444-28ABF11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7D2338-D72C-472C-9B39-95E32B1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ЖҚҚ шығару жұмыс беруші жауапкершілігінің бір бөлігі ғана.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04ACE-74D4-4BC0-975C-2A7468D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2363AA2-1072-4093-9734-C3368E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кодексі, 182-бап.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A01E9F-B24C-45D5-84E8-9DF4B1E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F0C5D-2380-435C-96F1-F07F26F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5e714442949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00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B5E4-E045-4C08-B6DB-2B2666A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F5BF1A-22A7-464A-9AB8-C43BA05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Қауіптер дәл және дереу хабарланады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F117-4798-41E4-B586-7223DCF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0D142-EA43-4FBB-BD19-CD2D8D3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49010088-03C3-4481-AD08-3AABA22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74669DA7-521F-4BA6-80A4-FB2A421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CC5B46B-C31B-4F7A-A088-232EEFD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қауіп, ақаулық, оқиға, жарақат немесе жағдайдың өзгеруі.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BB047-735C-4F50-A804-DF43CBA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FB57362-A406-40EC-9C3C-D7B9753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7FE975B3-8F17-496F-9584-C2D891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Қайда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BD1D625-9EFD-4D58-8750-1141A03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Нақты орын, орнату, аумақ немесе жұмыс жұмысы.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9329-3634-47FF-849A-68A4B30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00EF42DA-0CB0-4CB7-AEF2-48780E8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8611E8D-A418-49A5-824E-08604B1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Кімге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B04D815-1109-4FAA-889E-F676695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Төтенше жағдайға немесе жергілікті процедураға қатысты менеджерге және басқа адамдарға.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894E-67A3-4B0E-946A-41533F2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5B0757B-7DD7-41C1-A248-F517FD3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24D31106-FED4-46A4-AA5F-6F393F8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істелді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F7FC89A-A0A7-428D-B2EA-1AA06DA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Аялдама, қоршау, көмек және аймақтың ағымдағы күйі.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AA02-DCF7-44F5-A6C8-82EA774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21DDB-B4EA-4F55-85A4-299F963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F74CA7F-6A46-42A4-9F6A-4B61AED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Дереу фактілерді хабарлаңыз; Себебі қауіпсіздік қамтамасыз етілгеннен кейін анықталады.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109A8-A10F-482B-8B24-48EB2D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653319-890D-4C90-A054-E691FEC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1F57B23-2262-4BA8-9674-549F889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bae4731244e0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63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2F3B-66F0-45E1-98BC-8489E54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da30f979845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3E605FF-BA14-45F8-B730-07D8A21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A348-BF40-47FB-B65F-080F19F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AA273BA-1382-4DE7-B6B6-569B6F5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заңнамасы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64896B29-4D0C-45AE-9A93-CD03E1D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Қызметкерге мақала нөмірлері емес, құқықтарды, жауапкершіліктерді және еңбек жағдайлары мен қауіпсіздік арасындағы байланысты түсіну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7446E-B6FE-4DF1-BA52-1F9534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8DCA294-38B4-4A22-BF32-66F42D7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CFEB50-3355-445D-A88D-723D7DC3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a09229d404ba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64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5214-D6B7-4169-9547-5209310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25C73B-2948-46C9-9742-2A39063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Талаптар әртүрлі деңгейлерде бекітілген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6CD9-173A-4464-9751-BED34AB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Еңбек кодексі BIOT негізгі құқықтарын, міндеттерін және талаптарын белгілейді.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Ережелер мен техникалық регламенттер жеке жұмысқа және тәуекелдерге қойылатын талаптарды ашады.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Ұжымдық шарт пен жұмыс берушінің актілері ұйым ішіндегі тәртіпті нақтылайды.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Жергілікті нұсқаулар міндетті заң талаптарын жоққа шығара алмайды.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1D51-5AC3-43BF-B577-AE34D65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F2D4-1B12-490A-9595-9B6DEF2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23A5222-CB56-47C6-B1A1-395B40D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Практикалық әрекет үшін нақты жұмысқа қатысты ағымдағы құжат пайдаланылады.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BE98-550F-4338-B436-97AC41E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13AC46A-DA54-4517-9EA5-2BD501E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80F1BC-9C4F-40E2-8AED-7C6CDC5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3B29E7-8510-4FC6-83C2-4247103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2f9a2b5af4e3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0EB39-1F3E-4020-8FA0-518998B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8CF8E1-CE7D-4345-B003-8A73E3E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107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Қабылдау шарттардың орындалуын талап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9ECDF-DC71-4D85-92A9-FF93555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Еңбек шарты еңбек функциясы мен шарттарын анықтайды, бірақ кәсіби рұқсатты алмастырмайды.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Өз бетінше жұмыс жасамас бұрын, оқыту, нұсқама және белгіленген көлемдегі білімді тексеру қажет.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Жеке жұмыстар үшін медициналық тексеру, біліктілік, топтық немесе наряд-рұқсат қажет.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Қажетті рұқсат беру шарттары орындалмаған жағдайда қызметкер жұмыстан босатылады.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01B1A-6CF5-4018-9A01-812C9A2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37B2-3476-4768-9BF9-543E8A9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7A107C-8010-43A3-908E-9633371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Объектіде болу фактісі кез келген операцияны орындауға рұқсат бермейді.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226B-4F62-43C6-959E-24D83F4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D964209-1F46-4CE4-9F4D-52D36AB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Қазақстан Республикасының Еңбек кодексі • БИОТ бойынша оқыту - бұйрық № 1019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4DBD5-E78F-49A3-962E-3465760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743967-D2C8-4B18-B12B-BD8EADB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ad20b325643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2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BD402-1623-4E91-8E79-1C51B31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2C203B-23C0-4137-9F69-841D14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режимі қате ықтималдығына әсер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6F6BD-8DBB-40E1-804F-DC82C48A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тапсырмаларды жоспарлау кезінде жұмыс уақыты, түнгі және үстеме жұмыстар ескеріледі.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Үзілістер мен ауысымдар назар мен өнімділікті қалпына келтіруге мүмкіндік беруі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Шаршау, ұйқының болмауы және қызып кету - жеке әлсіздік емес, тәуекелдің жоғарылауының белгілері.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Егер қызметкердің жағдайы қауіпсіз жұмысқа кедергі келтірсе, менеджер тапсырманы қайта тағайындайды.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1D2BD-43EF-44A3-B06D-6D094A2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6D328-CFAA-42F1-B9C8-CCBF417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1B59D6-C74A-4337-B021-C5102DC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Өндіріс жоспары үнемі артық жұмыс істеуге негізделмеуі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6467-D872-4F3D-99EF-EF7AA09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7AF46B6-1DD2-4EC4-987A-C13878D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12E6DC9-0D98-4EEC-B266-8A18656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7EC03A9-92D1-4A67-BB32-8E3B26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1d5b22fe94b8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7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CE73-7295-4E9D-BF27-90B8AC5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9189A1D-0781-4B12-B761-99E5461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713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Медтексеру мен өтемақы тәуекелге байланысты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B055-DD42-49EE-89AF-378034A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Міндетті медициналық тексерулер жарамдылықты растайды және әсер ету факторларын анықтауға көмектеседі.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беруші міндетті процедуралардың ұзақтығына кепілдік береді.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жағдайлар үшін өтемақы тәуекелді азайтуды алмастыра алмайды.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Әсер ету салдарынан әл-ауқаттың өзгеруі туралы жоспарлы тексеруді күтпестен хабарлау керек.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CAFF-7F66-48BE-A389-1D2A34E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C91BD-DBAB-462D-9D68-C5C0B73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064BD5-7AEC-44A9-8E18-A59D3D5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Қосымша төлем қауіпті әсер етуді қолайлы етпейді.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969E-C960-454E-A1BC-F7562B2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C0A4CA5-7133-446E-97DC-930B8DF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BBDE9AA-C290-4281-944F-BE24831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279A53-A9DB-405E-BF61-514C8A8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fb6520f98426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1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DFABC-EE28-41DB-AA14-B35ED6E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9D27D0A-7B2D-4E50-87DE-CC72EFA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Бұзушылық жауапкершілікке әкеп соғады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8CF4-1134-4CA2-80D2-9C31B55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Жауапкершілік рөлге, өкілеттікке, бұзушылық сипатына және салдарына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Тәртіптік жаза себеп тергеуді және түзету әрекетін алмастырмайды.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тәуекелдер мен қауіпсіз еңбек жағдайлары туралы ақпарат алу құқығын өзіне қалдырады.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Жалақыға, демалысқа және басқа құқықтарға қатысты даулар тікелей қауіпсіздік шараларынан бөлек қарастырылады.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2F65-7315-4A5F-896C-7265C66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453B-77EF-4360-AE35-48F693A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3B163D-9BD4-4D7D-98CF-8314C81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Бұзушылықты талдаудың негізгі мақсаты - мәселені жасыру емес, қайталануды жою.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7373-C4B7-4ECB-8E4B-551A12D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175BC85-4E9F-4641-883B-1386107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64707B-D556-406F-BC8D-3C13123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CD657A-CCCF-4433-BA53-8F3E77B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250c473a140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43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A9FB5-B432-4406-B63C-8303538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381fda26d42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5BA93CB5-2ADE-43A3-A0DF-E227F92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E60B-AA98-4CC4-9729-FFB3E4A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53E6EB63-AFA7-4487-AD89-CB5DC98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Еңбекті қорғауды басқару жүйесі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AFC8C33A-E7A7-403F-A971-9276902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Тәуекелдер дәйекті басқару арқылы азаяды: қауіпті жоюдан ЖҚҚ пайдалануды бақылауға дейін.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8E2F-70F1-4857-B6CD-29622F6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938D08-0156-43C3-AEDC-D5893A1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018326-B2A7-42D7-84D4-91F8E6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b2dd5b9dd402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78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28C9-396B-4DD1-B1F6-F106FC8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9BB016-4961-4DD8-8834-483E826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Саясат нақты жауапкершіліктерді көрсетеді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57A1-203D-4CEC-BCD9-322A2ED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Басшылық мақсаттарды, ресурстарды, өкілеттіктерді және бақылауларды белгілейді.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Қауіптер жұмыс алдында және әрбір маңызды өзгерістер кезінде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Жоспарға шаралар енгізіліп, орындаушылар тағайындалып, нәтижесі тексеріледі.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Қызметкерлер хабарламалар, ұсыныстар және кері байланыс арқылы қатысады.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DAD2-BBAB-41C9-B3E2-4A38297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A5083-7B90-4088-8C2A-FB70730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0110D23-F7A1-4CBC-B33A-061B45A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Саясат кімнің қашан және не істейтіні анықталғанда ғана жұмыс істейді.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8D75-D074-4950-BFA4-2C25AFE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CB7CA5-5C6F-4DE4-87CC-D597D872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7F4AB-11F2-4BAB-B546-5CD7105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a65ac40ab47a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6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4EDE8-07CC-4F35-AA4A-6A8C495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4EC4BA0-B59D-4585-91A6-C987997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Тәуекелді бағалау тапсырмадан басталады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9291F-F2B0-4DB6-A72D-A9AA2B7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36FFF-77C2-4DCC-AB3A-3684C99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F3D561A-B5A2-44D3-AA50-0587B77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60E8316-73A9-4420-ADAD-B394CE3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Анықтаңыз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A2539C2-9C45-40B9-99D4-8859777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Қандай жұмыс, қайда, кім және қандай құрал-жабдықпен орындалады.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13FB1-4ED8-4D12-9128-C55E24C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9AB65C8F-2A1C-4918-92CC-009D4D2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94E0506-7C95-4E5A-9E53-004DF85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Ашу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207395C6-FB05-404B-8CE1-198B3C7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Энергия көздері, заттар, биіктік, қозғалыс және адам факторлары.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6302E-718C-4663-B007-8DC1405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AA9F915C-5CCD-4574-9DC5-F7C1A37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60AF1D6-43A1-401F-883F-C47D3A4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Баға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DA65F46-56A8-4C49-8F13-B45A82F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Байланыс ықтималдығы және ықтимал салдарлардың ауырлығы.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6E3A-7348-4FE6-8554-C3FB982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7524D36-B9FB-4B12-A649-EEBA42E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8607F78-75F9-4B72-8BA3-0E6F758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Басқару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7FBC61-75B9-416D-A38F-EF20042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Өлшемдерді таңдап, басқару элементтерін тағайындаңыз және өзгерістер орын алса, қайта тексеріңіз.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3BC4-35FB-4170-B9F6-C25BE21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2FD07-2499-4206-9736-D0F9B3B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A66136-7D8E-4B18-A363-4F86F45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дерексіз мамандық үшін емес, нақты өмір жағдайлары үшін бағаланады.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6A6D3-9E0A-48A0-A8C9-90B5EC4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704437E-A19E-4FFB-B1F9-4EFF6B8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865064E-181D-4300-88CD-39A97F9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8435d833e439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56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8B143-0B80-4D72-ACA4-B1828F1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2E8EA7-53CA-4E71-A23E-84A5C28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Шаралар иерархиясы дұрыс басымдық қояды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08D2-1326-4997-A242-F6BACC8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F4468-FAA2-4D5D-8FF9-4B0400A5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056C266-34CF-4652-B1E4-0CA602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C24B9D-101D-4DE7-B2D6-0A859A1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Жою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C5F9EC0-B6C9-47B0-8C90-0A2C5C3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 немесе операцияның өзін жойыңыз.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CD32-BC1A-481B-A7C2-AAC097C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B81CB964-6811-4DFE-8B57-D8CF563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12F3D11-F567-4451-B888-C4940FC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Ауыстыру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D015E51-EAD4-499B-B854-20E46D6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Қауіптілігі азырақ материалды, әдісті немесе жабдықты пайдаланыңыз.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BC7B1-2BA9-4B24-835C-AC9494A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6C43F15-6C7C-4220-8A09-38DCEBA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46D1AE8-F402-4FDC-96F8-1F3CC8A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Оқшаулау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D52A60-77C1-4016-88C9-41FF5D1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Қоршау, автоматтандыру, желдету және ұжымдық қорғаныс.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4145-7416-4A78-A4D2-056E54E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D4E79EC-8AFF-42E5-ABCF-18F19E4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5EAD3FA-9C03-4AD8-913C-A58BB6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Ұйымдастыру және қорғау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3EC1FC7-6500-4ADA-95D9-F33EDC2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Процедура, рұқсат, оқыту, содан кейін қажет ЖҚҚ.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0110-75D6-427F-B24C-4BB8233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FF9D-567A-4792-AD6C-2A783C5E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4F022B7-C0A4-47D4-A892-C4AEBD3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6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ЖҚҚ олардың орнына емес, сенімдірек шаралардан кейін пайдаланылады.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BF8E4-C623-4396-9647-3E0B2E9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2401A7-4B39-4DBF-85BA-20E50A5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439DC16-C16F-4C78-9776-8770D1C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9a086b50f46f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1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F1A1-5E5E-45F1-BDEA-EEAB72B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F1ABAE-A725-4889-9172-E35400C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Жоспар мен нұсқаулар ағымдағы болуы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1826-3605-41A4-AB08-32E37E9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Жоспарлау реттілікті, рөлдерді, жабдықты және басқару нүктелерін анықтайды.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Өндірістік бақылау сәйкестікті және жүйе жағдайын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Нұсқаулықтар жұмыс алдында, жұмыс кезінде, жұмыстан кейін және жазатайым оқиға кезіндегі қауіпсіз әрекеттерді сипаттайды.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Технология өзгерген кезде құжаттар мен нұсқама қайта қаралады.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48B3-B1D0-464A-B8AC-3EAA1C1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3719-232C-44C5-8EE2-7AC2519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52DB648-BEBE-4F36-B2AA-2500653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Нақты жабдықты көрсетпейтін нұсқаулар тәуекелді бақыламайды.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3165B-0856-43C9-9E97-6D1A537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2424D7-2861-4A24-8626-A303B8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23BEDED-5B59-4CEC-AFBA-D6FB20D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77fbebc8944d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9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87F67-B42E-477E-9893-CD25E4A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64AE84C-3B69-4FF3-BD07-2FC10C3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Тренинг түсінуді тексерумен аяқталады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A303-DBD1-4977-BF39-97492DB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Қызметкерлер белгіленген тәртіпте оқытудан, нұсқама және білімдерін тексеруден өтеді.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Кәсіптер мен жұмыстардың тізбесі жұмыс беруші бойынша сипаты мен еңбек жағдайларын ескере отырып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Мамандыққа ауысқаннан кейін еңбек жағдайлары сақталса, қайта даярлау талап етілмеуі мүмкін.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Практикалық рұқсат нақты жұмысты қауіпсіз орындау мүмкіндігін растайды.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C04A7-9892-4862-8D8E-B4F44F3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59A8-8A5A-4E4E-8CA6-EBE6C75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14DC45-DF0D-49F1-81BC-56E6D31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Шарттарды өзгерту лауазым атауының формальды сәйкес келуінен маңыздырақ.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1C2FC-A907-4F36-92BE-1639605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58980F7-2953-488D-B452-64799C7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БИОТ бойынша оқыту — № 1019 бұйрық • 2026 жылғы өзгерістер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F7DA81A-2FF4-44F7-8C7A-E47B388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3D932E-1ECB-41CE-9389-A7DDAC0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19de15a3a4ba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8E2CD-500E-4F1F-8B92-7C97C80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51E50-BBF7-4950-97B4-5183354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нұсқама жағдайға қарай таңдаңыз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2DA2-E9B2-4500-AB00-7B5D4AA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Кіріспе ұйымның жалпы тәуекелдері мен ережелерімен таныстырады.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Негізгі жұмыс орны нақты жұмыс пен жабдықты білдіреді.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Қайталау білімді сақтайды; жоспардан тыс ережелерге сәйкес өзгерістер, оқиғалар немесе үзілістер үшін қажет.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Мақсатты анықтау бір реттік немесе арнайы ұйымдастырылған жұмыс алдында жүргізіледі.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C947-23D6-4A91-B5D2-F2B2553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FA59-2C28-4445-8EA3-E3D913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752602E-BA1A-46E0-A2EF-F6BC65B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Қол қою нұсқау фактісін растайды, бірақ қауіпсіздік әрекеттерді түсінуді растайды.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C772-F9A4-4B87-A917-64FCE7A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D4889B3-CEB7-4808-9AC1-A0E0CA9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БИОТ бойынша оқыту — № 1019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A2EB079-7F13-436F-8C79-C343DEB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01CF4FC-D2F4-483C-8538-F5371CC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13e1ba3e14fa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8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05B5E-2230-4B32-B027-BDC60D1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2CBFA2B-EF0E-4D87-996C-226296E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Наряд-рұқсат: тәуекел–шара байланысы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4677-41FF-47ED-BF82-126D52E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Наряд-рұқсат жұмыс орнын, мазмұнын, уақытын, шарттарын, бригада құрамын және жауапты тұлғаларды айқындайды.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Онда оқшаулау, жұмыс ортасын бақылау, қоршау, байланыс, ЖҚҚ және авариялық шаралар бекітіледі.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Ол тек көрсетілген шарттар мен шектерде жарамды.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Шарттар өзгерсе, жұмысты тоқтатып, рұқсатты қайта қарау қажет.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C312-AA6D-4E66-9ABF-9DEB44D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7421-B8F8-46D7-A6B4-AEB5177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4D05556-D8A9-4219-A2BD-13A74F2E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наряд-рұқсат жаңа қауіп-ді елемеу рұқсаты емес.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B640-189C-42A4-B668-3EDC57C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82E962D-CE9B-44BD-A889-AA72550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Биіктікте жұмыс істеу - жұмысқа рұқсаттың анықтамасы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8AC874-8B93-4A82-90D6-53CA1A4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817068-A613-424E-B594-32DF760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98c6efe3c4b4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648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E8287-2CA0-4CF1-8F03-FAF9A93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84B292-5CA5-4EE0-955B-7E1A737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Медтексеру мен аттестаттау: міндеттері бөлек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0E9CD-6C02-4EDC-8DC4-A62A145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F431DB6-F854-4554-A271-E19F621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E7332C-A44F-413E-AC62-4AA077E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3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af8fbd2ad410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4" name="MEDICAL_CARD">
            <a:extLst xmlns:a="http://schemas.openxmlformats.org/drawingml/2006/main">
              <a:ext uri="{FF2B5EF4-FFF2-40B4-BE49-F238E27FC236}">
                <a16:creationId xmlns:a16="http://schemas.microsoft.com/office/drawing/2014/main" id="{72802C8C-9DAF-4E81-8C95-EBF447A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ATTESTATION_CARD">
            <a:extLst xmlns:a="http://schemas.openxmlformats.org/drawingml/2006/main">
              <a:ext uri="{FF2B5EF4-FFF2-40B4-BE49-F238E27FC236}">
                <a16:creationId xmlns:a16="http://schemas.microsoft.com/office/drawing/2014/main" id="{DFC80389-5F6B-4C65-BFA9-36C6C5A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MEDICAL_ACCENT">
            <a:extLst xmlns:a="http://schemas.openxmlformats.org/drawingml/2006/main">
              <a:ext uri="{FF2B5EF4-FFF2-40B4-BE49-F238E27FC236}">
                <a16:creationId xmlns:a16="http://schemas.microsoft.com/office/drawing/2014/main" id="{AE094151-BAB4-4B4F-8202-D500BDB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TESTATION_ACCENT">
            <a:extLst xmlns:a="http://schemas.openxmlformats.org/drawingml/2006/main">
              <a:ext uri="{FF2B5EF4-FFF2-40B4-BE49-F238E27FC236}">
                <a16:creationId xmlns:a16="http://schemas.microsoft.com/office/drawing/2014/main" id="{F570FBE4-D1C6-473B-9EFA-647DF4BD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DICAL_ICON">
            <a:extLst xmlns:a="http://schemas.openxmlformats.org/drawingml/2006/main">
              <a:ext uri="{FF2B5EF4-FFF2-40B4-BE49-F238E27FC236}">
                <a16:creationId xmlns:a16="http://schemas.microsoft.com/office/drawing/2014/main" id="{012453C2-48CC-436B-9106-21F1CC9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✚</a:t>
            </a:r>
          </a:p>
        </p:txBody>
      </p:sp>
      <p:sp>
        <p:nvSpPr>
          <p:cNvPr id="19" name="ATTESTATION_ICON">
            <a:extLst xmlns:a="http://schemas.openxmlformats.org/drawingml/2006/main">
              <a:ext uri="{FF2B5EF4-FFF2-40B4-BE49-F238E27FC236}">
                <a16:creationId xmlns:a16="http://schemas.microsoft.com/office/drawing/2014/main" id="{2953B74D-9F66-4283-8AA0-CC684EA3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0" name="MEDICAL_HEADING">
            <a:extLst xmlns:a="http://schemas.openxmlformats.org/drawingml/2006/main">
              <a:ext uri="{FF2B5EF4-FFF2-40B4-BE49-F238E27FC236}">
                <a16:creationId xmlns:a16="http://schemas.microsoft.com/office/drawing/2014/main" id="{015520D3-0F44-4EEC-8B73-93B5AB7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медициналық тексеру</a:t>
            </a:r>
          </a:p>
        </p:txBody>
      </p:sp>
      <p:sp>
        <p:nvSpPr>
          <p:cNvPr id="21" name="ATTESTATION_HEADING">
            <a:extLst xmlns:a="http://schemas.openxmlformats.org/drawingml/2006/main">
              <a:ext uri="{FF2B5EF4-FFF2-40B4-BE49-F238E27FC236}">
                <a16:creationId xmlns:a16="http://schemas.microsoft.com/office/drawing/2014/main" id="{DD6B6385-999A-438E-8A32-FF6917F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аттестаттау ЖҰМЫС ЖАҒДАЙЫ</a:t>
            </a:r>
          </a:p>
        </p:txBody>
      </p:sp>
      <p:sp>
        <p:nvSpPr>
          <p:cNvPr id="22" name="MEDICAL_BODY">
            <a:extLst xmlns:a="http://schemas.openxmlformats.org/drawingml/2006/main">
              <a:ext uri="{FF2B5EF4-FFF2-40B4-BE49-F238E27FC236}">
                <a16:creationId xmlns:a16="http://schemas.microsoft.com/office/drawing/2014/main" id="{FE45ACEC-92E8-4A07-967C-AF9F9CA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Жұмыскердің денсаулық жағдайын әсер етуші факторлар мен орындалатын жұмысты ескере отырып бағалайды.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Нәтиже: медициналық шектеулер, жұмысқа жарамдылық және профилактикалық ұсынымдар.</a:t>
            </a:r>
          </a:p>
        </p:txBody>
      </p:sp>
      <p:sp>
        <p:nvSpPr>
          <p:cNvPr id="23" name="ATTESTATION_BODY">
            <a:extLst xmlns:a="http://schemas.openxmlformats.org/drawingml/2006/main">
              <a:ext uri="{FF2B5EF4-FFF2-40B4-BE49-F238E27FC236}">
                <a16:creationId xmlns:a16="http://schemas.microsoft.com/office/drawing/2014/main" id="{49EE25C3-3A94-4F08-8AAB-9B5CD2E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Еңбек жағдайларын және өндірістік факторларға әсер етуді бағалайды.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Нәтижесі: жақсарту шаралары, кепілдіктер және шарттарды бақылау.</a:t>
            </a:r>
          </a:p>
        </p:txBody>
      </p:sp>
      <p:sp>
        <p:nvSpPr>
          <p:cNvPr id="24" name="MEDICAL_TAKEAWAY_BG">
            <a:extLst xmlns:a="http://schemas.openxmlformats.org/drawingml/2006/main">
              <a:ext uri="{FF2B5EF4-FFF2-40B4-BE49-F238E27FC236}">
                <a16:creationId xmlns:a16="http://schemas.microsoft.com/office/drawing/2014/main" id="{50426AE3-ADF0-48C4-BBDD-699FCD4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25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MEDICAL_TAKEAWAY_ACCENT">
            <a:extLst xmlns:a="http://schemas.openxmlformats.org/drawingml/2006/main">
              <a:ext uri="{FF2B5EF4-FFF2-40B4-BE49-F238E27FC236}">
                <a16:creationId xmlns:a16="http://schemas.microsoft.com/office/drawing/2014/main" id="{1D630D56-E3C0-4128-9961-16D1704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9FBF673-8888-43E0-99CB-7C6D772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024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медициналық тексеру де, аттестаттау да ағымдағы тәуекелді бағалауды ауыстырмайды: өзгертілген жұмыс орны қайтадан тексеріледі.</a:t>
            </a:r>
          </a:p>
        </p:txBody>
      </p:sp>
    </p:spTree>
    <p:extLst>
      <p:ext uri="{BB962C8B-B14F-4D97-AF65-F5344CB8AC3E}">
        <p14:creationId xmlns:p14="http://schemas.microsoft.com/office/powerpoint/2010/main" val="16367100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A30C5-A02A-4F4E-B647-A5BE82A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25C1CC7-0FC5-4B26-8189-DAF1294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Ұжымдық қорғаныс көзге қолданылады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BAC9-14CB-4617-8FA4-E0D0095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Күзет, блокировка, желдету, оқшаулау және қашықтан басқару пульті жұмысшылар тобын қорғайды.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Қорғаныс құрылғысы ыңғайлы болу үшін жұмыс істеп, айналып өтпеуі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Жоюға немесе ажыратуға тек бақыланатын процедура бойынша рұқсат етіледі.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Ұжымдық қорғаныстың болмауы жұмысқа рұқсат беруге әсер етеді.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5673-2217-4F9B-93D8-6428C2B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EC2D5-6773-468E-B9E9-663ADF6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B5821F0-2F15-40F6-B15C-F7E5BA9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Алдымен жұмыс орнын, сосын нақты адамды қорғайды.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8FBE-92DF-41F4-A9F9-902427F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106393-949A-4C96-ADE7-6139C99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92FCF0-2A64-4202-823A-AD038D5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60b660154c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583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DA46A-EEBE-445A-8460-D3C14A5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0C5229-40EE-496D-8C91-674F9B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ЖҚҚ таңдау, шығару және басқару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B7C1C-B575-4C51-82FB-32EC2FA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ЖҚҚ түрі қауіптілікке, әсер ету деңгейіне және басқа өнімдермен үйлесімділікке сәйкес келеді.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кию, реттеу, тексеру және қолдану шектеулері бойынша оқытылады.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ЖҚҚ қолданар алдында тексеріліп, нұсқауларға сәйкес күтіледі және сақталады.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немесе мерзімі өтіп кеткен өнім ауыстырылады және кездейсоқ жөнделмейді.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DCBC-9B34-4B2C-BE5D-9B2A90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EC9D-141B-4FCC-908A-4E5B6CD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1D6A239-026E-42CE-97EE-D7FFE5C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ЖҚҚ дұрыс таңдалған және нақты қолданылған жағдайда ғана тиімді.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4ECCA-5160-4270-AB94-200E106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2A398B-F216-437A-A567-ED28A71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88284E-B4E1-44CE-833C-409C90E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45B981-3CB1-4AED-9CC7-2927125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fc22b8a7948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60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687B-34B2-45F4-B9AD-C6409B5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2C67EE2-47C5-48B8-9ACA-C6D5841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 қуаты қуатты кетіруді қажет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C332-0A3A-4D09-BD29-2E9A5FD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кернеуді, қоршаған ортаны, жабдықтың күйін және персонал біліктілігін ескере отырып жоспарланады.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энергияны ажыратып, блоктаңыз және процедураға сәйкес оның жоқтығын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кабельдер, ашалар, корпустар және қорғаныс құрылғылары қызметтен шығарылады.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Ток қауіпсіз жойылмайынша, жәбірленушіге тиіспейді.</a:t>
            </a:r>
          </a:p>
        </p:txBody>
      </p:sp>
      <p:pic>
        <p:nvPicPr>
          <p:cNvPr id="18" name="VISUAL_04_s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94b0cbc6a4e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2A743E-E10B-4517-A25C-5FB5BCF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Басқару өшірулі әрқашан кернеу өшірулі дегенді білдірмейді.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02757-6158-4CDE-8A77-EC59D70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3B0E4B1-9715-4998-8CB6-7FDE93A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794A5DB-54B4-44F7-ACEC-1226B7F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D77C70-CADC-4A5B-8789-DD9810C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6eba947014d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208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8B73-AC86-4646-9D02-0F5D25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1CA2D4-5651-4CCB-B2CF-F09BC86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Биіктікте жұмыс көтеру алдында жоспарланған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AB9A-481F-496E-978B-933084B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Қауіпсіз қол жеткізуді, жұмыс аймағын және ұжымдық қорғанысты анықтаңыз.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Қажет болса, құлауды тоқтату жүйесін, анкер және құтқару жоспарын таңдаңыз.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Құралдар мен материалдар құлаудан қорғайды; төмендегі қауіпті аймақ қоршалған.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Ауа-райы мен өзгермелі жағдайлар тоқтауды қажет етуі мүмкін.</a:t>
            </a:r>
          </a:p>
        </p:txBody>
      </p:sp>
      <p:pic>
        <p:nvPicPr>
          <p:cNvPr id="18" name="VISUAL_04_s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7c8c77e7d4a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934E873-F39B-436C-8943-BE89D3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Қауіпсіз анкерлік нүкте мен құтқару жоспары болмаса, құлаудан қорғау жүйесі толық емес.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6C189-1BBE-4F38-8E27-CCABE69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90A085-7850-425F-B6DD-62AFFB2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B653388-6477-4EFB-A0E8-B2965B2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C1997DA-2327-4519-8760-5BA137B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6a399b6f4d1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734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EFD25-82D0-4789-92B5-F320A08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B5E4740-0DB5-41F4-B1BD-C5AAEF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алғашқы көмек қауіпсіздіктен басталады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1F74-9C6E-40EE-B0FD-9F3B30F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FA5E5-3887-4FF3-B8BE-5DFD49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6A9742F-9D7D-4D61-BE8D-FAE940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40D50D2-355E-4ACD-B17E-E0AE83D2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Баға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E8F2272F-9AC2-49C3-A7DF-B9CEFFE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Қауіпті аймаққа әсер етуді тоқтатпай кірмеңіз.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1B327-6EE1-4854-BC9C-1947CD7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FA37BA-A165-4926-92BE-5FBBA63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C2465F1-D59F-4538-BC74-EAE9E10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Қоңырау шалу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B6D092B-0889-452A-AC46-494DDA2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112 есеп, оқиғаның орны, сипаты және құрбандар саны.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FBBD-508B-43B6-807D-E17B6C7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D38B30B-A85E-43F8-8D73-0053D568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F928F6A-567C-4D1F-83BD-08C4AAEE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Анықтама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5D1B5676-CD5B-4641-901E-E1AD1A8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Жағдайды тексеріп, жаттығу мен жабдық шегінде әрекет етіңіз.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6524-E071-401E-8F31-58628FD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134956E-E0FE-4F19-B430-C1414D1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007CB8E-96D3-4DD0-954A-D9AEBCB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Жіберу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98A293-3DBF-470F-885E-10C8017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Анықтамамен танысып, аяқталған әрекеттер мен белгілі фактілерді хабарлаңыз.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18A5E-FA77-4AAF-B53C-4462035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7152E-F848-46FB-9739-4918AA6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C4CCB45-958A-4AA2-A1D4-8C0ECF1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Құтқарушы екінші құрбан болмауы керек.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6D70A-046D-4697-8257-789EC1E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A350490-86D4-42B3-8BAA-761E79F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507525-15F8-46FC-991D-73749EE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97eb81e1c49a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73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2065-6551-409B-8F5C-CF61246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e6d10a3474c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63774DF9-B6BF-487F-8B70-A97151A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379F-A0C3-4CB0-BF9F-13200EA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FCFDF69-31EE-4B9E-9B94-A5D7F97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Оқиғалар және дайындық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E92B550-26BE-401D-A35E-725E201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Оқиғадан кейін алдымен адамдар қорғалады, содан кейін фактілер сақталады және жүйелі себептер жойылады.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5796-E9AD-4A1B-98FA-BD9E685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058F669-12ED-4E7E-AA8B-0BA4B75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6ECA05C-BB64-40BC-A162-F8C8837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bf7bcd0c8432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165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60EB-94F7-4C4D-9986-DAC307F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9BE166C-47A5-4410-804A-F15527E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қауіп, оқиға және жазатайым оқиға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763-6174-4DED-97D6-AA756C7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жағдай немесе әрекет зиян келтіру мүмкіндігін тудырады.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оқиға - зақымдалуы мүмкін немесе соқтыруы мүмкін бақылаудың жоғалуы.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жазатайым оқиға әсер ету және жарақат, бұзылу немесе уланумен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Қайталанудың алдын алу үшін барлық деңгейлер маңызды.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E3B3-5B14-488C-A434-494B72F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FBF0-66E3-451D-B3EC-4F9229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862E45A-621C-44D9-A634-E2DBABB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Жарақатсыз оқиға туралы хабарлау аса ауыр оқиғаның алдын алуға көмектеседі.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C19A8-CFA1-48ED-AEE9-0B2DEF2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A11F32F-2C73-42E6-BED8-0FF5B0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25C09-F462-41BF-BC4B-2866C45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9A1AD4F-7126-4AB9-A2B3-0963FBE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6bf7bd80641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713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7F61-4446-4FC2-BD26-7881538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4EAEC4-9244-48CD-89F2-A2DF79B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Оқиғадан кейін басымдықтар орындалады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421A-68AC-4294-AF65-8341667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97D6-A8B8-4EAB-992C-2459CB4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E22EF0E-AA94-44FF-8EB3-6B143FF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3EE16CC1-4AD4-40B1-97D2-6586D4E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Тоқтату қауіп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FE501C-EEA1-48EA-A9B2-33D46D9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Өзіңізге қауіп төндірмей энергияны, қозғалысты немесе әсерді тоқтатыңыз.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7480A-18D7-47E6-AE2D-C5E3E5B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AB971AD-832D-432F-BCDB-D587B40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61D5BA0F-7C3E-4380-9D18-DB53181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Адамдарға көмек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F104F4DB-58F9-4CD1-9436-D78D66D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Көмек шақырыңыз, алғашқы медициналық көмек пен эвакуацияны ұйымдастырыңыз.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46381-8868-4D23-AAD2-DCF4FFB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FB9D8D16-CB15-4F56-89CE-33C9F4F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B88C7AE-E76B-49FE-96B0-AEDD957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Есеп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A0B8FA51-1BD1-40AA-9275-F9DC76D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Белгіленген схема бойынша менеджерге және қызметтерге хабарлаңыз.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8B6AD-0D23-4F28-ADD4-05B6F2B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DBD097-0DE0-4946-B93E-E6A8C36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34ECF86-2EF1-4069-9265-788CAF1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Фактілерді сақтау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07DD2AE-78D0-4320-BA82-905FCF2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Адамдарды құтқарудан және оқиғалардың дамуына жол бермеуден басқа жағдайды өзгертпеңіз.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A9F30-5FB5-40CF-9D65-CFF1199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19D66-7C7A-4220-84E6-C0FA716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1E7B62-1E93-479E-BFE5-5D716FB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Құтқару және одан әрі зиянның алдын алу бір жағдайды сақтаудан маңыздырақ.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F900-373B-495F-818C-DB8B6E1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24B2753-B3FC-42EB-BD9A-4B942B0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D784B9-77C2-4913-B992-6014739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4A8FBC5-A9DB-4BF6-BB04-7927830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944b046848a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05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A52D-F7E5-424E-BBA3-CE586A0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87AE2C7-0BEB-4759-802B-624942B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Тергеу себептерін анықтайды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9674C-0D73-43FD-910B-C11AD0A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Шарттар, тапсырма, жабдық, операциялар, оқыту және басқару туралы фактілерді жинаңыз.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Тікелей оқиғаны ұйымдастырушылық және техникалық себептерден ажыратыңыз.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Нәтиже белгіленген тәртіпте құрастырылады және есепке алынады.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Түзету шаралары жауапты тұлғалармен белгіленіп, тиімділігі тексеріледі.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CD01-5E07-4141-9D39-8C59FEA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AEF8-A7FB-4FD2-919E-F681512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E4C63C-579C-4529-B83E-6D913EE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«Қызметкерлердің назар аудармауы» түсіндірмесі себептердің барлық жүйесін сирек ашады.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8E1F6-351D-4807-BF60-2444019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4492B72-902D-4B52-9353-4CFAF25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 – тергеу және есепке алу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233C1E-E94E-4730-8677-7956062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4D62B0-A96F-44B1-837B-0D7436B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11c555fd644c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58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D27D-AC01-4CF7-8E4B-EB766F9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A6E1210-AAA7-4995-A324-ABE267E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Әсер бірте-бірте пайда болуы мүмкін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69E8-A419-4A95-8B1D-83F51A4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Кәсіптік ауру факторлардың ұзақ немесе қайталануымен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Жедел улану дереу эвакуациялауды, залалсыздандыруды және медициналық көмекті қажет етуі мүмкін.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Симптомдар мен жағдайлар басшыға және медициналық қызмет көрсетушіге хабарланады.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Алдын алу үшін медициналық бақылау және қоршаған ортаны бақылау деректері пайдаланылады.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C80E-B3B9-4D54-962A-F6F75ED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0AEA2-A6D0-4C5E-A069-ADDA31B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102B00-3A92-4619-9B37-45C1BB1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Ауысым кезінде жарақаттың болмауы денсаулыққа зиянның жоқтығын білдірмейді.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E2AF6-5E27-41B6-8C6D-826BE65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8AEF9EF-608B-4F56-B183-1221F53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B5D8A38-D977-4E5D-A61D-FC5331A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af20a5b92416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87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3E7BE-72A0-4C66-BC06-E9F69F8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F7A8301-21CC-4DFA-BBE6-6BDCC6C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Сақтандыру алдын алуды алмастыра алмайды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C8DC-EE16-40C0-92A6-36F4219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Міндетті сақтандыру жазатайым оқиға кезінде қызметкердің мүліктік мүддесін қорғайды.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Төлеу тәртібі белгіленген тәртіп пен жағдайларға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Сақтандыру оқиғасы себептерді тергеуді, есепке алуды және жоюды жоймайды.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беруші әсер етуді болдырмау міндетін жалғастырады.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914B-9FAC-49E6-A514-1893B12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3CAE-253C-4D28-93FD-56A2F62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C7334D-2A46-46F8-852F-3AAA581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Салдар үшін өтемақы тәуекелдерді басқару шарасы болып табылмайды.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9DE86-ADF5-4FBD-AD09-696CE9E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F714BA0-5C17-4635-8698-43F3723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CC1D31A-321C-4505-8161-6F18A4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DB8E74-2D15-47ED-84B5-FAFF5B8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a8106395544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60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EE7E-7753-470D-A5AD-2FF7867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24A8212-B7AF-49FF-B3E2-437BC29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Түзету әрекеті жүйені өзгертуі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A2C0-99FA-4202-88FC-1454E84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Ережені еске түсіріп қана қоймай, бастапқы немесе техникалық себепті жойыңыз.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Технологияны, қоршауды, техникалық қызмет көрсетуді, оқытуды және қадағалауды қарастырыңыз.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Мерзімді, жауапты тұлғаны және нәтижені растау әдісін анықтаңыз.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тәуекел өлшемі басқа операцияға ауыстырылғанын тексеріңіз.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BD87-4B1D-46FD-8B45-12AF7D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F12C9-1609-411B-884D-037BCE4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1C2E2A-851B-46FA-87BE-0C3518C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Ақаулықты жоймай қайталанатын нұсқама себебін жоймайды.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0E0BB-C079-44C6-AD1D-F420A5D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230264-5EFC-4DBC-8EF3-1D62D1B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BDA994E-7F18-4C1D-B41E-86106C4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3bfb63a6f4ee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19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473D3-849C-44A4-BCE0-CB53478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3D3334-6662-42CB-9575-388DEE5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Апатқа дайындық жаттығумен тексеріледі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DCBA-2C4D-47D4-B91F-3CE7A9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EA3C8-35A7-49A2-96D8-608EC86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51829B1-B215-4B03-896D-D46EB46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DF4C79B-FE6B-46B7-828D-5676143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Жоспар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5A271623-C40A-4A90-BDA4-C01270C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Сценарийлер, рөлдер, хабарландырулар, маршруттар, ресурстар және қызмет әрекеттесуі.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68FA9-E6C9-41FB-836B-E99927B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9038814-7607-4BBB-8AB4-616D14C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C94EED4-FE83-4E21-B506-75B3F1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Дайындық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7B88F55-783D-4FB0-AD54-D1FF97C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Персоналды оқыту және коммуникациялар мен қорғаныс жүйелерінің дайындығы.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AC402-E043-45DB-AE6E-BF64989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D2727DC-2700-451B-A886-9D5CAE1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0F66600-F189-41BC-B215-77172D6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Тренинг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F005134-AD75-4090-9671-4425691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Нақты қауіп тудырмай іс-әрекеттерді практикалық тексеру.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63BE4-4C2A-4F92-8B8B-812B8A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7EEA30A-AE9D-4FF5-BBBF-B7DCAF6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E0CBF83-F9A3-4B5D-A94A-2DD8F68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Жақсарту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B56EAF9-8A7A-4730-8FEC-5B212BD8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Қарау, түзету әрекеті және қайта тексеру.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9D686-DFF8-4615-89B7-C6F67A0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51D3D-F122-4096-AD5B-58C8668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8400B12-F463-476B-80E3-F5A0080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Ешкім әзірлемеген жоспарды расталған деп санауға болмайды.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391E3-00D4-421A-ADC1-DD3FC71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858150-068F-4D5D-8D4F-B7ED40F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54E1718-E40A-4663-BE9F-C527BB1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057A5D-A794-451E-A6D5-1296869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1c2aa9cc84d6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710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735D3-0CF1-45B7-8121-2FADC1E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VISUAL_04_s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ad59dbe0a4d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98C0A16-7E0D-47D0-BFBE-D1FFF5E9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B7A15-BE6B-449D-B57F-00640FC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9DBF62B-8544-45C9-9E89-CC8F30B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өнеркәсіптік қауіпсіздік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3CFB48C5-26BE-4D4A-B12E-7509AC0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Бұл бөлім қауіпті өндірістік объектілерде және қауіпті техникалық құрылғылармен жұмыс істеуге қолданылады.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25E6-0556-4C94-8603-2A875B5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0B13264-4B48-4B22-B311-6FDC1AE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26CCC30-2E6B-445E-807C-CF85D97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5AA2E6D-FE0C-4D45-A526-165449D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26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7c05dc9d841c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189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A0032-C06D-4CDE-99E0-65F1DF1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4F46402-DF32-4186-8284-BF3A6AC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өнеркәсіптік қауіпсіздік жүйеде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94E2-45A4-4358-9203-9271C4B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өндірістік факторлардың зиянды әсерін болдырмауға бағытталған.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Талаптар заңмен, техникалық регламенттермен, ережелермен және нұсқаулықтармен белгіленеді.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Ұйым өндірістік бақылауды жүргізеді және жазатайым оқиғаларға дайындалады.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сәйкес келеді, дайындықтан өтеді және жазатайым оқиға немесе оқиға туралы хабарлайды.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1072-F63C-43EC-BE92-BD719CC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70B9-8A93-4337-A113-D472CC8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161E3D2-9A79-4D0F-86C9-B978345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өнеркәсіптік қауіпсіздік адам жасаған ірі оқиғаның қаупін басқарады.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0D5C-096B-4242-9BB1-E1D11DF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F09E957-3B01-4D55-A9DA-3C06347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D91931F-31B1-4E65-8872-FF7379C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924BD52-8BE0-4A6D-B14F-1486A80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d86481e5b43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442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F759-0F05-4204-B2BB-F4DED0B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6777EC5-D40B-4C51-9966-CE70839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HPF қауіпті белгілермен анықталады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0450-900B-498C-874A-88B2392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Сипаттамаларға белгілі бір қауіпті заттарды өндіру, пайдалану, сақтау немесе тасымалдау кіреді.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Жанғыш, жарылғыш, улы және басқа да қауіпті заттар есепке алынады.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Белгілерге жеке технологиялық процестер мен қауіптер де кіреді.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сәйкестендіруді ұйым белгіленген ережелер бойынша жүзеге асырады.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6D56-B633-4E26-8E83-B519D76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B054-C3E9-4647-B018-2ED1568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944A7D0-766F-4C6A-86CD-7ACD089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Нысан күнделікті аты бойынша емес, нақты сипаттамалары бойынша қауіпті деп танылады.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9AE3-C3DB-469E-A4CC-9644B38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AB1531C-BF77-4E5E-9D2E-25F63AA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Заң, 70-бап.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E860052-E1FE-4DC0-80C8-A73AA24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EB196E5-004E-4BB8-837C-BF1C6E4F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e6e135d15422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078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80649-F852-4F4B-B3DE-95EEB06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758F09-69C9-4787-A0C2-7795320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құрылғылар: есепке алу және бақылау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1D88-8CD2-498E-A228-B224A59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техникалық құрылғыларға заңмен белгіленген жабдық санаттары жатады.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Ұйым оларды сәйкес талаптарға сәйкес анықтайды, есепке алады және шығарады.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әрекет алдында көрінетін белгілерді, күйді және қосылған режимді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Есепсіз, ақаулы немесе жарамдылық мерзімі өтіп кеткен жабдық рұқсатсыз енгізілмейді.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F688A-73F3-4A42-8994-D0A675B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96BB5-7E47-485A-9E3F-90ED8FB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87A57C7-7164-42A9-80EB-6B9A430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Техникалық паспорт пен есепке алу бақылау объектісін растайды, ал жарамдылығы тексерулермен расталады.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97FD3-EBEE-46FE-9C65-65C6A387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56E1F2B-F08E-4846-970B-76D0601F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A973D6-9116-4293-BE96-C2892DD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57CF6C-DD51-412A-AEE3-220A6EE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1f31dacea43d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5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33ED5-2F0F-47B6-9715-5039C0B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588FA96-A031-49D0-A732-134B1628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Емтихан және декларация: бақылау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D3D6-4127-431A-A9A5-171D1D0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Өнеркәсіптік қауіпсіздік саласындағы сараптама заңмен белгіленген жағдайларда қолданылады.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Рұқсат беру және есепке алу процедуралары объектіге, құрылғыға және орындалатын әрекетке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Декларация қауіптің сипаты мен дәрежесін және қорғаныс шараларын көрсетеді.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Жұмысшының өз аймағына қатысты шектеулерді, сигналдарды және әрекеттерді білуі маңызды.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27DBF-BAA6-4360-99D9-B06AC3E0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BBB6-67F5-4FC9-9394-A31CDB0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E8A7092-727B-4677-B808-33808BC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Процедураларды шолу қызметкерге сараптамалық пікірді ауыстыру құқығын бермейді.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97AD-E460-4F59-AE7C-F5423D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8583D7-2583-4388-8904-28C35F4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7AF866E-D1BC-4802-BCBD-E813395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795765-DA0B-43EF-BE0E-48654A6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c8b34e36c41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742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1352-9087-44E5-B67E-9F9C4BD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22AED8-406A-47D7-868D-6A4DD2D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 апаттағы әрекеттерді анықтайды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BBE07-B001-4021-AB7F-7B94E6F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Төтенше жағдайларды жою жоспары адамдарды құтқаруды және персонал мен төтенше жағдайлар қызметінің әрекеттерін қамтиды.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Ол жауапкершілікті, жүйелілікті, коммуникацияны және қажетті ресурстарды бөледі.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өзінің сигналын, бағытын, жиналу нүктесін және тыйымдарын біледі.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Жоспар жаттығулар мен апаттық жаттығулар арқылы тексеріледі.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6E27F-5C0A-4A89-9B98-A33AB69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9EFB-2D89-455D-B68A-2202271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8372B6C-691A-4654-ADD3-03289F7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Апат болған жағдайда олар бұрын орындалған рөлді орындайды және қауіпті аймақта импровизация жасамайды.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B199-D4A6-45FB-813A-A521E5F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F16C9F-B75C-40D0-8E7D-F4BA915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B6C5E-E27F-4DBD-96B6-5B72256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B95063-ACE4-4B60-968E-7F24E43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8ae39482b4da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029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909C4-C3DD-4126-A273-2717064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763D57-45C9-483A-989E-7BBAE4E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Апатта ұйым жоспар бойынша әрекет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E499-F160-4E3A-8B78-57C3D2F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9E07-BAA4-4FA0-8DCA-7342C66C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B7A7FF31-ABCD-4B3B-A838-6AC7733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148F5F7-BD30-4CD7-8BC9-20F765A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Хабарландыру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46DBA0C-A1F5-4DBE-99D6-D33718D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Белгіленген арна арқылы сигнал мен нақты ақпаратты жіберіңіз.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B38E-8CF6-44ED-AEF9-131409F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5C1F0F4-93B1-472C-8609-ECD5C80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D14D44F-AE62-4A8A-A54C-C2971CD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Қорғау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D1B1A6B-BB33-4137-AE77-92D1D08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Процесті тоқтатыңыз, энергияны оқшаулаңыз және рөлге сәйкес эвакуациялаңыз.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9BA1-060C-44EA-ACC5-14D5C65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E6732EC-F0F9-4C3A-81DB-9A00B50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A077674-248C-42FD-98C8-10460C4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Өзара әрекеттесу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2C5980-5EBA-4F5F-915A-69E1CA6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Жедел қызметтермен танысыңыз және оларға қолдау көрсетіңіз.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1632D-5ED7-44B6-9E86-07E7555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980990B-E300-4DD8-ADFC-79F8B91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087B485-3122-4B1B-B88F-1AE36C3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Тергеу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0E31CA1-0493-44B5-BDEC-9C1319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Фактілерді сақтаңыз, себептерін анықтаңыз және әрекет етіңіз.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4442-62CA-4303-B1ED-FF7FEB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30698-01A4-43C9-A082-62CC748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C4FD80-A0D0-4815-B037-40FF620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жұмыскер жауапты адамның пәрменінсіз қауіпті аймаққа оралмайды.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20EB1-134C-4E25-9094-5611294B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3635808-A64C-4EEC-B5E6-ED723CD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8079A70-C954-46A3-85FF-8B7CE5B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D99333-9A1F-432F-A2EC-C979819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c7348122543d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81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9DCC-8A42-4ACD-9B93-854DF8C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E1F7D2-B0A3-4A68-B342-754B76E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заттар әртүрлі шараларды қажет етеді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356DC-BD4B-497D-B5E2-D272E83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CA089C1-14AC-4206-BAE2-3E9C8BC2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EF80255-B36F-42FF-ABA5-27FE663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66DF54-0307-4CC0-B37C-49F9859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pic>
        <p:nvPicPr>
          <p:cNvPr id="4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077387c39406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graphicFrame>
        <p:nvGraphicFramePr>
          <p:cNvPr id="44" name="HAZARDOUS_SUBSTANCES_TABLE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417"/>
                <a:gridCol w="3106449"/>
                <a:gridCol w="5218834"/>
              </a:tblGrid>
              <a:tr h="5143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тәуекел / КӨЗ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НӘТИЖЕЛЕР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БАҚЫЛАУ ШАРАСЫ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Тұтанғыш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Жылдам тұтану және таралу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Тұтану көздерін жою; түтіндер мен төгілулерді бақылау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Жарылғыш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Энергияны жылдам шығару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Арнайы режим, заттардың үйлесімділігі және қауіпсіз қашықтық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Улы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Тыныс алу, тері немесе жұту арқылы улану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Тығыздау, қоршаған ортаны бақылау, қорғау және эвакуацияға дайындық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Қоршаған ортаға қауіпті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Қоршаған ортаның ластануы және қайталама зияны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Сақтау, жинау және төтенше жағдай процедуралары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32" name="TABLE_TAKEAWAY_BG">
            <a:extLst xmlns:a="http://schemas.openxmlformats.org/drawingml/2006/main">
              <a:ext uri="{FF2B5EF4-FFF2-40B4-BE49-F238E27FC236}">
                <a16:creationId xmlns:a16="http://schemas.microsoft.com/office/drawing/2014/main" id="{C3E094AA-F42B-402A-BC54-C612359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93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TABLE_TAKEAWAY_ACCENT">
            <a:extLst xmlns:a="http://schemas.openxmlformats.org/drawingml/2006/main">
              <a:ext uri="{FF2B5EF4-FFF2-40B4-BE49-F238E27FC236}">
                <a16:creationId xmlns:a16="http://schemas.microsoft.com/office/drawing/2014/main" id="{BC347F45-F3FD-42C0-89A2-3E0B690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_TAKEAWAY">
            <a:extLst xmlns:a="http://schemas.openxmlformats.org/drawingml/2006/main">
              <a:ext uri="{FF2B5EF4-FFF2-40B4-BE49-F238E27FC236}">
                <a16:creationId xmlns:a16="http://schemas.microsoft.com/office/drawing/2014/main" id="{5F3A0BC7-E20C-42A0-B97A-CF1CDAD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Пиктограмма қауіп тануға көмектеседі, бірақ қауіпсіздік деректер парағы мен жергілікті нұсқауларды алмастырмайды.</a:t>
            </a:r>
          </a:p>
        </p:txBody>
      </p:sp>
    </p:spTree>
    <p:extLst>
      <p:ext uri="{BB962C8B-B14F-4D97-AF65-F5344CB8AC3E}">
        <p14:creationId xmlns:p14="http://schemas.microsoft.com/office/powerpoint/2010/main" val="18641935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47567-4407-43E5-BAC7-34C9D1A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5987341-FA56-40EF-9D3F-92AE576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Таңбалау және жөнелту тексеруді қажет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7ED54-BC66-49CC-B9F5-30DC013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Қолдану алдында затты, контейнерді, үйлесімділік пен қауіпті қасиеттерді анықтаңыз.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Таңбалар түсінікті және жүкке немесе өнімге арналған құжаттарға сәйкес болуы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Тасымалдау қолданыстағы талаптарға, маршрут және төтенше жағдай туралы ақпаратқа сәйкес жүзеге асырылады.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Белгісіз контейнерлер сұраусыз ашылмайды, жылжытылмайды немесе толтырылмайды.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8DBF-D305-4A5A-A25C-5BD09B5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0C9E-C98C-450C-B533-E1A17A4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01EFEDF-E0C2-4E7F-A146-9EF007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Белгісіз мазмұн апелляцияны тоқтатудың себебі болып табылады.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50236-9F16-44E6-B5B2-C9D164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68B870E-FDFC-4A6A-863B-06351B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358996-3E39-4CD5-BA26-05408C4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65CF9D-FCAC-4C43-BBFE-AA0B921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0cb4ac0b84ef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064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E774F-21A3-4FFB-BF30-C233E21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E316B21-D01E-43A2-A851-1E1C2B4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Радиацияны сезім мүшелері анықтамайды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49E1-DBC4-4982-BE11-5BE8FA6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Дерек көзі мен аумақ белгіленген техникалық және ұйымдастыру шараларымен бақыланады.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Уақыт, қашықтық және экрандау бекітілген процедура аясында қолданылады.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Жеке радиациялық бақылау жұмыстардың және персоналдың жекелеген санаттары үшін жүргізіледі.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Бұзылған белгілер, дабылдар немесе жазбалар дереу хабарлауды талап етеді.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8135-A674-4BEC-9870-7C0752C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88F0-4CD1-4D26-AFB5-8DAA05E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67BA2BA-C0FE-49E3-875A-16D6473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Иістің, қызудың немесе ауырсынудың болмауы радиацияның жоқтығын растамайды.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EEE1A-7A9A-492D-B6EE-F497972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7A42C73-B4D2-4AB6-AA86-D87ED90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459563D-2E6C-4739-885D-739F612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E50DB62-8D64-4DC6-ADA3-F122F1C6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17bd06fd14c6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141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9C93-B887-443C-9D28-F314AC1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884797-3918-44DE-A475-33591DE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Мұнай-газ нысаны: жұмыс ортасы бақылансын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F090-D606-4D2C-8B0B-8EA21E3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542C003-B7A8-41C9-86CF-7FD86FB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Мұнай және газ өнеркәсібінің қауіпсіздігі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BA800CA-46A4-4D14-98C9-C5A4A83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0504919-D1BE-42A3-B227-3C854AD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d568d5f2f41e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5" name="ENV_CARD_1">
            <a:extLst xmlns:a="http://schemas.openxmlformats.org/drawingml/2006/main">
              <a:ext uri="{FF2B5EF4-FFF2-40B4-BE49-F238E27FC236}">
                <a16:creationId xmlns:a16="http://schemas.microsoft.com/office/drawing/2014/main" id="{2EB36ED1-3AC7-45D2-8AC2-DDF7DF4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ENV_NUMBER_1">
            <a:extLst xmlns:a="http://schemas.openxmlformats.org/drawingml/2006/main">
              <a:ext uri="{FF2B5EF4-FFF2-40B4-BE49-F238E27FC236}">
                <a16:creationId xmlns:a16="http://schemas.microsoft.com/office/drawing/2014/main" id="{212B8ECE-BD30-4B88-B155-1BEA99A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ENV_HEADING_1">
            <a:extLst xmlns:a="http://schemas.openxmlformats.org/drawingml/2006/main">
              <a:ext uri="{FF2B5EF4-FFF2-40B4-BE49-F238E27FC236}">
                <a16:creationId xmlns:a16="http://schemas.microsoft.com/office/drawing/2014/main" id="{264AA07D-A475-49F3-BD76-69D2EE0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Тасымалдаушы және қысым</a:t>
            </a:r>
          </a:p>
        </p:txBody>
      </p:sp>
      <p:sp>
        <p:nvSpPr>
          <p:cNvPr id="18" name="ENV_BODY_1">
            <a:extLst xmlns:a="http://schemas.openxmlformats.org/drawingml/2006/main">
              <a:ext uri="{FF2B5EF4-FFF2-40B4-BE49-F238E27FC236}">
                <a16:creationId xmlns:a16="http://schemas.microsoft.com/office/drawing/2014/main" id="{15929DBE-AC2C-4A13-8F44-7CF7AED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Өрт және жарылыс қаупі, уыттылық, қысым, технологиялық байланыстар және көмектің қашықтығы ескеріледі.</a:t>
            </a:r>
          </a:p>
        </p:txBody>
      </p:sp>
      <p:sp>
        <p:nvSpPr>
          <p:cNvPr id="19" name="ENV_CARD_2">
            <a:extLst xmlns:a="http://schemas.openxmlformats.org/drawingml/2006/main">
              <a:ext uri="{FF2B5EF4-FFF2-40B4-BE49-F238E27FC236}">
                <a16:creationId xmlns:a16="http://schemas.microsoft.com/office/drawing/2014/main" id="{7407DEBD-5448-4944-83B1-E1BB261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0" name="ENV_NUMBER_2">
            <a:extLst xmlns:a="http://schemas.openxmlformats.org/drawingml/2006/main">
              <a:ext uri="{FF2B5EF4-FFF2-40B4-BE49-F238E27FC236}">
                <a16:creationId xmlns:a16="http://schemas.microsoft.com/office/drawing/2014/main" id="{98B19973-557E-4D64-B5C4-ABE8640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ENV_HEADING_2">
            <a:extLst xmlns:a="http://schemas.openxmlformats.org/drawingml/2006/main">
              <a:ext uri="{FF2B5EF4-FFF2-40B4-BE49-F238E27FC236}">
                <a16:creationId xmlns:a16="http://schemas.microsoft.com/office/drawing/2014/main" id="{7A6CCD3F-8456-4B7C-B7B1-B8EA738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Ауаны басқару</a:t>
            </a:r>
          </a:p>
        </p:txBody>
      </p:sp>
      <p:sp>
        <p:nvSpPr>
          <p:cNvPr id="22" name="ENV_BODY_2">
            <a:extLst xmlns:a="http://schemas.openxmlformats.org/drawingml/2006/main">
              <a:ext uri="{FF2B5EF4-FFF2-40B4-BE49-F238E27FC236}">
                <a16:creationId xmlns:a16="http://schemas.microsoft.com/office/drawing/2014/main" id="{497E77D1-4FC8-47A3-B550-C7BA6F3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қауіпті аймақтар көрсетілген; берілген аспаптармен ауа тексеріледі.</a:t>
            </a:r>
          </a:p>
        </p:txBody>
      </p:sp>
      <p:sp>
        <p:nvSpPr>
          <p:cNvPr id="23" name="ENV_CARD_3">
            <a:extLst xmlns:a="http://schemas.openxmlformats.org/drawingml/2006/main">
              <a:ext uri="{FF2B5EF4-FFF2-40B4-BE49-F238E27FC236}">
                <a16:creationId xmlns:a16="http://schemas.microsoft.com/office/drawing/2014/main" id="{0901C2AD-A151-431B-B89E-8ED0E5F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4" name="ENV_NUMBER_3">
            <a:extLst xmlns:a="http://schemas.openxmlformats.org/drawingml/2006/main">
              <a:ext uri="{FF2B5EF4-FFF2-40B4-BE49-F238E27FC236}">
                <a16:creationId xmlns:a16="http://schemas.microsoft.com/office/drawing/2014/main" id="{5FA0FF05-91E1-4B85-8A1D-63A5714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ENV_HEADING_3">
            <a:extLst xmlns:a="http://schemas.openxmlformats.org/drawingml/2006/main">
              <a:ext uri="{FF2B5EF4-FFF2-40B4-BE49-F238E27FC236}">
                <a16:creationId xmlns:a16="http://schemas.microsoft.com/office/drawing/2014/main" id="{FEBBAAE0-8314-46FF-956B-BB33A0F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эвакуация</a:t>
            </a:r>
          </a:p>
        </p:txBody>
      </p:sp>
      <p:sp>
        <p:nvSpPr>
          <p:cNvPr id="26" name="ENV_BODY_3">
            <a:extLst xmlns:a="http://schemas.openxmlformats.org/drawingml/2006/main">
              <a:ext uri="{FF2B5EF4-FFF2-40B4-BE49-F238E27FC236}">
                <a16:creationId xmlns:a16="http://schemas.microsoft.com/office/drawing/2014/main" id="{3141E0E0-6E5E-484E-AC6C-BA720A0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Бағыт пен жинау орны газдың ықтимал таралуын ескере отырып таңдалады.</a:t>
            </a:r>
          </a:p>
        </p:txBody>
      </p:sp>
      <p:sp>
        <p:nvSpPr>
          <p:cNvPr id="27" name="ENV_CARD_4">
            <a:extLst xmlns:a="http://schemas.openxmlformats.org/drawingml/2006/main">
              <a:ext uri="{FF2B5EF4-FFF2-40B4-BE49-F238E27FC236}">
                <a16:creationId xmlns:a16="http://schemas.microsoft.com/office/drawing/2014/main" id="{ED9B9EAF-3A23-487E-9DA3-CDC2F4A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8" name="ENV_NUMBER_4">
            <a:extLst xmlns:a="http://schemas.openxmlformats.org/drawingml/2006/main">
              <a:ext uri="{FF2B5EF4-FFF2-40B4-BE49-F238E27FC236}">
                <a16:creationId xmlns:a16="http://schemas.microsoft.com/office/drawing/2014/main" id="{D6498C7A-51CC-4BA9-BDBD-29F4EB2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ENV_HEADING_4">
            <a:extLst xmlns:a="http://schemas.openxmlformats.org/drawingml/2006/main">
              <a:ext uri="{FF2B5EF4-FFF2-40B4-BE49-F238E27FC236}">
                <a16:creationId xmlns:a16="http://schemas.microsoft.com/office/drawing/2014/main" id="{8849B0FF-F1A2-45CE-AFEB-B40081B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Процедураға сәйкес жұмыс жасаңыз</a:t>
            </a:r>
          </a:p>
        </p:txBody>
      </p:sp>
      <p:sp>
        <p:nvSpPr>
          <p:cNvPr id="30" name="ENV_BODY_4">
            <a:extLst xmlns:a="http://schemas.openxmlformats.org/drawingml/2006/main">
              <a:ext uri="{FF2B5EF4-FFF2-40B4-BE49-F238E27FC236}">
                <a16:creationId xmlns:a16="http://schemas.microsoft.com/office/drawing/2014/main" id="{E3E60D83-05DA-475A-90FE-984052C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Төтенше жағдайды жою жоспарына, рұқсатқа және жергілікті нұсқауларға сәйкес әрекет етіңіз.</a:t>
            </a:r>
          </a:p>
        </p:txBody>
      </p:sp>
      <p:sp>
        <p:nvSpPr>
          <p:cNvPr id="31" name="ENV_TAKEAWAY_BG">
            <a:extLst xmlns:a="http://schemas.openxmlformats.org/drawingml/2006/main">
              <a:ext uri="{FF2B5EF4-FFF2-40B4-BE49-F238E27FC236}">
                <a16:creationId xmlns:a16="http://schemas.microsoft.com/office/drawing/2014/main" id="{F5F140A1-3D90-484C-8409-9326A1B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2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2" name="ENV_TAKEAWAY_ACCENT">
            <a:extLst xmlns:a="http://schemas.openxmlformats.org/drawingml/2006/main">
              <a:ext uri="{FF2B5EF4-FFF2-40B4-BE49-F238E27FC236}">
                <a16:creationId xmlns:a16="http://schemas.microsoft.com/office/drawing/2014/main" id="{A1DA8FDB-12B5-41C9-AC16-4B90236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EB1040-1CF9-461E-AFEB-31432BC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024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Жел бағыты мен аспап көрсеткіштері әдеттегі маршрутқа қарағанда маңыздырақ.</a:t>
            </a:r>
          </a:p>
        </p:txBody>
      </p:sp>
    </p:spTree>
    <p:extLst>
      <p:ext uri="{BB962C8B-B14F-4D97-AF65-F5344CB8AC3E}">
        <p14:creationId xmlns:p14="http://schemas.microsoft.com/office/powerpoint/2010/main" val="2708843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DB604-3E1A-4901-8FC2-2C46312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DB2CB4-B4F9-4DBA-8D05-49D6E8E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Күкіртсутек дереу реакцияны қажет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B023-390C-4A82-9BA6-F9686B3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8580-C313-4881-B793-5DEF6D6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C6633-D9FE-444C-8B52-61783CF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E2C9-4EAE-4C08-B432-20FF523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H₂S улы; иіс концентрацияны бақылаудың сенімді әдісі емес.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Құрылғы дыбыстық сигнал берсе немесе қауіп белгілері болса, жұмысты тоқтатып, аймақты қауіпсіз жол бойымен қалдырыңыз.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Оқытусыз, байланыссыз және тыныс алу мүшелерін тиісті қорғаныссыз құтқару үшін кірмеңіз.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Төтенше жағдай жоспары бойынша хабарлаңыз және төтенше жағдай жоспары бойынша әрекет етіңіз.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AF3B9-E814-4559-8CC5-37FB48C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H₂S үшін иіске сену қауіпті.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BD14-5F52-48DF-BAB1-42985DD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AADAAF7-1DF1-47D5-9E09-E38C9FD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Мұнай және газ өнеркәсібінің қауіпсіздігі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0544B79-2C9B-4FF6-9320-383D733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F49681-1FF7-463A-9FF6-FEEBC08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c24fcee1b4d3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BBCE7E2D-4595-4302-96BC-3039957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2493015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DB24B-2DD4-4B52-B66F-BB26AD9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8536254-EB55-4679-A370-57103C5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қауіпті жұмыс: Атмосфераны бақылау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E6463-68BD-4E5A-9B44-F567921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00568FD-C581-4EAB-85D0-7155CFA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 • Мұнай және газ өнеркәсібінің қауіпсіздігі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B29B800-4344-4B5B-A134-7FDF8D0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A85736E-1F48-4F3F-995C-345901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pic>
        <p:nvPicPr>
          <p:cNvPr id="5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1daadf1c24cb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31" name="STEP_CONNECTOR">
            <a:extLst xmlns:a="http://schemas.openxmlformats.org/drawingml/2006/main">
              <a:ext uri="{FF2B5EF4-FFF2-40B4-BE49-F238E27FC236}">
                <a16:creationId xmlns:a16="http://schemas.microsoft.com/office/drawing/2014/main" id="{F1A4CD78-D3F3-428A-868B-DDF2405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DB"/>
            </a:solidFill>
            <a:prstDash val="solid"/>
          </a:ln>
        </p:spPr>
      </p:sp>
      <p:sp>
        <p:nvSpPr>
          <p:cNvPr id="32" name="STEP_CARD_1">
            <a:extLst xmlns:a="http://schemas.openxmlformats.org/drawingml/2006/main">
              <a:ext uri="{FF2B5EF4-FFF2-40B4-BE49-F238E27FC236}">
                <a16:creationId xmlns:a16="http://schemas.microsoft.com/office/drawing/2014/main" id="{7E5E4ECE-DC86-4A1F-8EB5-FD7CFF1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A8250FA-9E13-4F27-9314-6D11D11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STEP_HEADING_1">
            <a:extLst xmlns:a="http://schemas.openxmlformats.org/drawingml/2006/main">
              <a:ext uri="{FF2B5EF4-FFF2-40B4-BE49-F238E27FC236}">
                <a16:creationId xmlns:a16="http://schemas.microsoft.com/office/drawing/2014/main" id="{1B2B3BD1-3F37-4D1C-BF5D-11F28D4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Дайындаңыз</a:t>
            </a:r>
          </a:p>
        </p:txBody>
      </p:sp>
      <p:sp>
        <p:nvSpPr>
          <p:cNvPr id="35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88BCFD9-0AD2-4EFA-9FC6-B2F8B1D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наряд-рұқсат, оқшаулау, желдету, байланыс және құтқару шаралары.</a:t>
            </a:r>
          </a:p>
        </p:txBody>
      </p:sp>
      <p:sp>
        <p:nvSpPr>
          <p:cNvPr id="36" name="STEP_CARD_2">
            <a:extLst xmlns:a="http://schemas.openxmlformats.org/drawingml/2006/main">
              <a:ext uri="{FF2B5EF4-FFF2-40B4-BE49-F238E27FC236}">
                <a16:creationId xmlns:a16="http://schemas.microsoft.com/office/drawing/2014/main" id="{944948C7-78CA-451E-9CA6-4DEE462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7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AB338B9-2F78-4D26-8B20-09FAFF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STEP_HEADING_2">
            <a:extLst xmlns:a="http://schemas.openxmlformats.org/drawingml/2006/main">
              <a:ext uri="{FF2B5EF4-FFF2-40B4-BE49-F238E27FC236}">
                <a16:creationId xmlns:a16="http://schemas.microsoft.com/office/drawing/2014/main" id="{3DA6F69E-9E2C-47EF-9F55-5E69767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Тексеріңіз</a:t>
            </a:r>
          </a:p>
        </p:txBody>
      </p:sp>
      <p:sp>
        <p:nvSpPr>
          <p:cNvPr id="39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13E39AF-2DEF-4B31-911A-1BB47A9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Ауа құрамы - дұрыс нүктелерде сәйкес тексерілген құралмен.</a:t>
            </a:r>
          </a:p>
        </p:txBody>
      </p:sp>
      <p:sp>
        <p:nvSpPr>
          <p:cNvPr id="40" name="STEP_CARD_3">
            <a:extLst xmlns:a="http://schemas.openxmlformats.org/drawingml/2006/main">
              <a:ext uri="{FF2B5EF4-FFF2-40B4-BE49-F238E27FC236}">
                <a16:creationId xmlns:a16="http://schemas.microsoft.com/office/drawing/2014/main" id="{9DB38512-274C-4E67-AEBA-7BDAAA9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1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834D4F02-B8CA-40EB-AD13-099891C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_HEADING_3">
            <a:extLst xmlns:a="http://schemas.openxmlformats.org/drawingml/2006/main">
              <a:ext uri="{FF2B5EF4-FFF2-40B4-BE49-F238E27FC236}">
                <a16:creationId xmlns:a16="http://schemas.microsoft.com/office/drawing/2014/main" id="{8A300F61-B88D-4BE7-B614-A7A3022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Орындау</a:t>
            </a:r>
          </a:p>
        </p:txBody>
      </p:sp>
      <p:sp>
        <p:nvSpPr>
          <p:cNvPr id="43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76BEB1B-D471-4713-859F-31526A0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Бақылау және процедураны мерзімді немесе үздіксіз бақылау арқылы.</a:t>
            </a:r>
          </a:p>
        </p:txBody>
      </p:sp>
      <p:sp>
        <p:nvSpPr>
          <p:cNvPr id="44" name="STEP_CARD_4">
            <a:extLst xmlns:a="http://schemas.openxmlformats.org/drawingml/2006/main">
              <a:ext uri="{FF2B5EF4-FFF2-40B4-BE49-F238E27FC236}">
                <a16:creationId xmlns:a16="http://schemas.microsoft.com/office/drawing/2014/main" id="{E8C1F492-100C-4FFD-BA74-6A6DDFA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5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08BCB09-10B3-4F68-B287-E4DAA00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STEP_HEADING_4">
            <a:extLst xmlns:a="http://schemas.openxmlformats.org/drawingml/2006/main">
              <a:ext uri="{FF2B5EF4-FFF2-40B4-BE49-F238E27FC236}">
                <a16:creationId xmlns:a16="http://schemas.microsoft.com/office/drawing/2014/main" id="{5FCBB618-3304-4A86-A7B5-2D82478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Тоқта</a:t>
            </a:r>
          </a:p>
        </p:txBody>
      </p:sp>
      <p:sp>
        <p:nvSpPr>
          <p:cNvPr id="47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95DE36F-EDC4-4570-A9D8-00A9175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Сигнал болғанда, байланыс жоғалғанда, желдету жоғалғанда немесе жағдай өзгергенде.</a:t>
            </a:r>
          </a:p>
        </p:txBody>
      </p:sp>
      <p:sp>
        <p:nvSpPr>
          <p:cNvPr id="48" name="ATMOSPHERE_TAKEAWAY_BG">
            <a:extLst xmlns:a="http://schemas.openxmlformats.org/drawingml/2006/main">
              <a:ext uri="{FF2B5EF4-FFF2-40B4-BE49-F238E27FC236}">
                <a16:creationId xmlns:a16="http://schemas.microsoft.com/office/drawing/2014/main" id="{95E3F67B-473D-4C31-AFDF-1CFD1BB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1104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9" name="ATMOSPHERE_TAKEAWAY_ACCENT">
            <a:extLst xmlns:a="http://schemas.openxmlformats.org/drawingml/2006/main">
              <a:ext uri="{FF2B5EF4-FFF2-40B4-BE49-F238E27FC236}">
                <a16:creationId xmlns:a16="http://schemas.microsoft.com/office/drawing/2014/main" id="{DB279BD6-EF3E-4CA9-8292-C706628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94DF5EB-A41D-417A-94DB-5ECEDCF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Бастапқы өлшем жұмыстың бүкіл ұзақтығы үшін қауіпсіз атмосфераға кепілдік бермейді.</a:t>
            </a:r>
          </a:p>
        </p:txBody>
      </p:sp>
    </p:spTree>
    <p:extLst>
      <p:ext uri="{BB962C8B-B14F-4D97-AF65-F5344CB8AC3E}">
        <p14:creationId xmlns:p14="http://schemas.microsoft.com/office/powerpoint/2010/main" val="14715170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6FFDA-25CC-4CCF-8DBF-142A7F0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E4F877-6E39-45AD-825D-2F68B2B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Ыстық жұмыс: тұтануды басқару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C940-EDDB-4BAD-9598-AD68450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Ұшқындар мен қыздыруды анықтаңыз, жанғыш материалдарды алып тастаңыз немесе қорғаңыз.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Қажет болса, наряд-рұқсат шығарыңыз және бақылауды жоспарлаңыз.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Газ ортасын, жабдықтың оқшаулануын және өрт сөндіргіш заттардың болуын бақылаңыз.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Аяқтағаннан кейін учаске жергілікті тәртіпте белгіленген мерзімде тексеріледі.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66EFC-F20B-4AD3-A0FB-E86457E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B18C-FA25-4022-B060-61A25F9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63024C-1DCD-46AA-AD3A-C7C25F0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Дәнекерлеудің аяқталуы өрт қаупінің аяқталуын білдірмейді.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783C-3CFF-4861-A2B2-13F207E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A6AB81C-4EA5-4940-8842-CF3EE46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EB49B4-C90B-44DA-BF41-76540D3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777015-FB42-4D27-A409-CA98975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61fd1fd0e42a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767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B02FC-6DDA-4C9E-BF9F-6F4A1B2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6043C10-7392-4DDB-AE5F-9ACB931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Резервуар іші: сыртта бақылаушы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D9F4-6E4F-4424-8689-395F23E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Сыйымдылықты энергия көздері мен коммуникациялардан оқшаулайды, тазартады, желдетеді және ішкі ауаны бақылайды.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Кіру наряд-рұқсат бойынша, тағайындалған бақылаушымен және тұрақты байланыспен орындалады.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Құтқару жабдығы мен адамды шығару тәсілі кіруге дейін дайындалады.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Бақылаушы өз бекетін тастамайды және ұйымдастырылған құтқару рәсімінсіз ішке кірмейді.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3642-F5A5-4F1F-AA99-7A539F4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57DB-B9A6-4D21-A3BD-15B00CF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11EE995-2217-4567-B7A2-684370BC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- ресми қатысудан гөрі белсенді бақылау және байланыс функциясы.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447B-4592-40F5-B6A6-2902FA8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F9C568-8BE4-4C3F-93E4-6859B67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Мұнай және газ өнеркәсібінің қауіпсіздігі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2BD0247-AB73-4FFF-977B-4D1C20B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722AC4-CE61-4D13-AD6A-A7745BA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8602ab7144d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6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D6B0-75E3-4A0A-B738-9272FD9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8B33FC8-0C76-4A3E-A6F5-679CEEC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Қысымды бүкіл жүйе ұстап тұрады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8E1C-3E3A-4BF2-B7B7-0ABE948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Ыдыс, жапқыш-реттеу арматурасы, сақтандыру құрылғылары, аспаптар мен құбырлар бірлесіп жұмыс істейді.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Пайдалануға жіберу, техникалық куәландыру және таңбалау қолданылатын қағидаларға сәйкес орындалады.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жұмыс режимін бақылайды және ағып кету, діріл, зақым немесе қате көрсетілім туралы хабарлайды.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Қысым бар кезде жөндеу, ашу және тарту тек рұқсат етілген технология бойынша орындалады.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6A2B-F31A-45B7-BFAD-809F9C3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9731-2BB3-4FFC-B578-58A78FF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11CC3B6-0F8F-4F28-ADCB-55DA039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Бір құрылғыдағы нөлдік көрсеткіш әрқашан қысымның жоқтығын растай бермейді.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6CC2-9F49-46FB-81AD-4847162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C0F6CCD-CB64-48BF-941A-197BA79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D7362C-523D-4722-9D34-816BDEA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0086A01-5006-421B-9A74-C26FA9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f3f32a035428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280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02997-C04A-4BCE-8223-FDE532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236033-3E10-46C7-8E2D-15973A4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Өнеркәсіптік тәуекел тоқтатуды қажет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DB16-2041-4EB2-B3F5-B1D9DA1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552-332A-4E64-96CC-38C9908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BF23-0AAF-4417-BB92-67EA863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C294-9F3D-4EC3-909E-3D5CACA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Газ талдағыштың, дозиметрдің, қорғаныс жүйесінің немесе технологиялық блоктаудың дабылы.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Ағып кету, иіс, тұман, әдеттен тыс шу, діріл, қысымның немесе температураның өсуі.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Байланыстың, желдетудің, бақылаудың немесе көзделген оқшаулаудың жоғалуы.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Наряд-рұқсаттың, таңбалаудың, тексерудің немесе түсінікті авариялық рөлдің болмауы.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492A-A784-419A-B21A-4751196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Жұмысты тоқтату және қауіпсіз жолды таңдау - күмәнданған кезде дұрыс әрекет.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710A-F027-44A4-A12E-BF9651A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7F00291-D761-483B-9DE4-9978870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«Азаматтық қорғау туралы» Заң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B73397-6069-487A-963D-D6B986B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еңбек қауіпсіздігі және еңбекті қорғау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FC79B94-AC80-44C0-8739-8A7CEE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80286164747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A95F5639-EFDD-4A64-9E19-A1CBB68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03286248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114C91E0-DB56-47E3-AD63-E2FE5EE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Соңғы BIOT бақылау тізімі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E500-676F-47D3-BD99-4FC75A7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3565-579A-4B64-A8DD-470A65D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25EE-9B9E-4269-999B-6AC991C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Қауіптер анықталған, тәуекел бағаланған, иерархияға сәйкес таңдалған шаралар.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AC37-9532-4305-908C-BFF1925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34F1-51C1-4ED2-A6CF-0242614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D1EE9-527A-49E0-86C2-652B660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жұмыскер оқытылған, тазартылған және миссия мен төтенше жағдай процедураларын түсінеді.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CE29-55F2-4860-9EC0-D8FE04F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B868-C792-4FED-9360-8ECA1EAB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9C92-1B32-4BC9-B8AF-EA2199A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Ұжымдық қорғаныс жұмыс істейді, ЖҚҚ жарамды және сыналған.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69FA4-9C7E-4FEB-9AB6-50E6786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30B39-9E85-460F-99F9-340A1AF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B874-4F77-4A18-81F0-27FD330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OPO-да сигнал, бағыт, PLA және дереу тоқтату шарттары анық.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A189A-E350-4BB3-A993-14B25FF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38BC6-4674-4874-BFDB-0AA75E9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CFEDA-ADFF-4410-A31C-B4203B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Кез келген өзгеріс немесе оқиға туралы дереу хабарланады.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F5EB-4E1F-49A9-9542-123045B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«Сынақты бастау» түймесін басыңыз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C7F63-0082-4336-A23B-1E181A5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Жаңартылған: 21/08/2026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1ac984c7240e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2026-09-01T18:22:56.7800000Z</dcterms:created>
  <dcterms:modified xsi:type="dcterms:W3CDTF">2026-09-01T18:22:56.7800000Z</dcterms:modified>
</coreProperties>
</file>
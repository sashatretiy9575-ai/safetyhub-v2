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ea422f186d46ba" /><Relationship Type="http://schemas.openxmlformats.org/officeDocument/2006/relationships/extended-properties" Target="/docProps/app.xml" Id="Rf62ce60167a2457c" /><Relationship Type="http://schemas.openxmlformats.org/officeDocument/2006/relationships/officeDocument" Target="/ppt/presentation.xml" Id="R0b693c5ace1c44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fd5eeaa02a4904"/>
    <p:sldMasterId xmlns:r="http://schemas.openxmlformats.org/officeDocument/2006/relationships" id="2147483650" r:id="R8a38d16d3f9f4c33"/>
  </p:sldMasterIdLst>
  <p:notesMasterIdLst>
    <p:notesMasterId xmlns:r="http://schemas.openxmlformats.org/officeDocument/2006/relationships" r:id="Rb75f4b7185304cca"/>
  </p:notesMasterIdLst>
  <p:sldIdLst>
    <p:sldId xmlns:r="http://schemas.openxmlformats.org/officeDocument/2006/relationships" id="256" r:id="R528d26de35764992"/>
    <p:sldId xmlns:r="http://schemas.openxmlformats.org/officeDocument/2006/relationships" id="257" r:id="R8ee8353a922e4ba8"/>
    <p:sldId xmlns:r="http://schemas.openxmlformats.org/officeDocument/2006/relationships" id="258" r:id="R35a81ceac9b74cc1"/>
    <p:sldId xmlns:r="http://schemas.openxmlformats.org/officeDocument/2006/relationships" id="259" r:id="Rc06b9cceee884b3e"/>
    <p:sldId xmlns:r="http://schemas.openxmlformats.org/officeDocument/2006/relationships" id="260" r:id="Rc32f189be5e4443b"/>
    <p:sldId xmlns:r="http://schemas.openxmlformats.org/officeDocument/2006/relationships" id="261" r:id="Rf312ccf7554c4b79"/>
    <p:sldId xmlns:r="http://schemas.openxmlformats.org/officeDocument/2006/relationships" id="262" r:id="R10731629ce514fdd"/>
    <p:sldId xmlns:r="http://schemas.openxmlformats.org/officeDocument/2006/relationships" id="263" r:id="Rfb55e823ac7c44b5"/>
    <p:sldId xmlns:r="http://schemas.openxmlformats.org/officeDocument/2006/relationships" id="264" r:id="Re4112ac4b9fe4c72"/>
    <p:sldId xmlns:r="http://schemas.openxmlformats.org/officeDocument/2006/relationships" id="265" r:id="Rf006b5547f744309"/>
    <p:sldId xmlns:r="http://schemas.openxmlformats.org/officeDocument/2006/relationships" id="266" r:id="R1676a38bf61b432e"/>
    <p:sldId xmlns:r="http://schemas.openxmlformats.org/officeDocument/2006/relationships" id="267" r:id="R992999e88c574392"/>
    <p:sldId xmlns:r="http://schemas.openxmlformats.org/officeDocument/2006/relationships" id="268" r:id="R0eaf8273ecf84017"/>
    <p:sldId xmlns:r="http://schemas.openxmlformats.org/officeDocument/2006/relationships" id="269" r:id="R422b01f30676482d"/>
    <p:sldId xmlns:r="http://schemas.openxmlformats.org/officeDocument/2006/relationships" id="270" r:id="R3fa8ad9de3314ab4"/>
    <p:sldId xmlns:r="http://schemas.openxmlformats.org/officeDocument/2006/relationships" id="271" r:id="R1820b37231524a73"/>
    <p:sldId xmlns:r="http://schemas.openxmlformats.org/officeDocument/2006/relationships" id="272" r:id="R968f9da4223e4a60"/>
    <p:sldId xmlns:r="http://schemas.openxmlformats.org/officeDocument/2006/relationships" id="273" r:id="R6b7c9974108b46b7"/>
    <p:sldId xmlns:r="http://schemas.openxmlformats.org/officeDocument/2006/relationships" id="274" r:id="R02c79ee300314d07"/>
    <p:sldId xmlns:r="http://schemas.openxmlformats.org/officeDocument/2006/relationships" id="275" r:id="Rcd4f04dd50c7496f"/>
    <p:sldId xmlns:r="http://schemas.openxmlformats.org/officeDocument/2006/relationships" id="276" r:id="Radd0e85d1773408b"/>
    <p:sldId xmlns:r="http://schemas.openxmlformats.org/officeDocument/2006/relationships" id="277" r:id="R470da88c3e034236"/>
    <p:sldId xmlns:r="http://schemas.openxmlformats.org/officeDocument/2006/relationships" id="278" r:id="Rf642ff37abfe44e7"/>
    <p:sldId xmlns:r="http://schemas.openxmlformats.org/officeDocument/2006/relationships" id="279" r:id="R1928a792e4ba4e9f"/>
    <p:sldId xmlns:r="http://schemas.openxmlformats.org/officeDocument/2006/relationships" id="280" r:id="R4295715f3b764993"/>
    <p:sldId xmlns:r="http://schemas.openxmlformats.org/officeDocument/2006/relationships" id="281" r:id="R3db45045ce10484f"/>
    <p:sldId xmlns:r="http://schemas.openxmlformats.org/officeDocument/2006/relationships" id="282" r:id="R8f48692d7c044682"/>
    <p:sldId xmlns:r="http://schemas.openxmlformats.org/officeDocument/2006/relationships" id="283" r:id="R4324866b2365446a"/>
    <p:sldId xmlns:r="http://schemas.openxmlformats.org/officeDocument/2006/relationships" id="284" r:id="Rfebabb2b77014762"/>
    <p:sldId xmlns:r="http://schemas.openxmlformats.org/officeDocument/2006/relationships" id="285" r:id="R023d7c6a20744b7f"/>
    <p:sldId xmlns:r="http://schemas.openxmlformats.org/officeDocument/2006/relationships" id="286" r:id="R2de454d29b07438f"/>
    <p:sldId xmlns:r="http://schemas.openxmlformats.org/officeDocument/2006/relationships" id="287" r:id="Rb6eb7c4278014e32"/>
    <p:sldId xmlns:r="http://schemas.openxmlformats.org/officeDocument/2006/relationships" id="288" r:id="R4f1ae549746e4be4"/>
    <p:sldId xmlns:r="http://schemas.openxmlformats.org/officeDocument/2006/relationships" id="289" r:id="R896c9847dfa94a44"/>
    <p:sldId xmlns:r="http://schemas.openxmlformats.org/officeDocument/2006/relationships" id="290" r:id="Rc4ecd3c670c64c77"/>
    <p:sldId xmlns:r="http://schemas.openxmlformats.org/officeDocument/2006/relationships" id="291" r:id="Ra6752b4f08f74c63"/>
    <p:sldId xmlns:r="http://schemas.openxmlformats.org/officeDocument/2006/relationships" id="292" r:id="Ra300c7e25cf440ed"/>
    <p:sldId xmlns:r="http://schemas.openxmlformats.org/officeDocument/2006/relationships" id="293" r:id="R0a81e5277c8d4ab5"/>
    <p:sldId xmlns:r="http://schemas.openxmlformats.org/officeDocument/2006/relationships" id="294" r:id="Rf779bee244fa4601"/>
    <p:sldId xmlns:r="http://schemas.openxmlformats.org/officeDocument/2006/relationships" id="295" r:id="Ra632e2d7f9064680"/>
    <p:sldId xmlns:r="http://schemas.openxmlformats.org/officeDocument/2006/relationships" id="296" r:id="Ra256b07485bc4f40"/>
    <p:sldId xmlns:r="http://schemas.openxmlformats.org/officeDocument/2006/relationships" id="297" r:id="R0bf162931f5245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69bff0022b46b4" /><Relationship Type="http://schemas.openxmlformats.org/officeDocument/2006/relationships/slideMaster" Target="/ppt/slideMasters/slideMaster1.xml" Id="R63fd5eeaa02a4904" /><Relationship Type="http://schemas.openxmlformats.org/officeDocument/2006/relationships/slideMaster" Target="/ppt/slideMasters/slideMaster2.xml" Id="R8a38d16d3f9f4c33" /><Relationship Type="http://schemas.openxmlformats.org/officeDocument/2006/relationships/notesMaster" Target="/ppt/notesMasters/notesMaster1.xml" Id="Rb75f4b7185304cca" /><Relationship Type="http://schemas.openxmlformats.org/officeDocument/2006/relationships/presProps" Target="/ppt/presProps.xml" Id="R31fda002738f4e09" /><Relationship Type="http://schemas.openxmlformats.org/officeDocument/2006/relationships/tableStyles" Target="/ppt/tableStyles.xml" Id="R65293937fbfa4a9b" /><Relationship Type="http://schemas.openxmlformats.org/officeDocument/2006/relationships/slide" Target="/ppt/slides/slide1.xml" Id="R528d26de35764992" /><Relationship Type="http://schemas.openxmlformats.org/officeDocument/2006/relationships/slide" Target="/ppt/slides/slide2.xml" Id="R8ee8353a922e4ba8" /><Relationship Type="http://schemas.openxmlformats.org/officeDocument/2006/relationships/slide" Target="/ppt/slides/slide3.xml" Id="R35a81ceac9b74cc1" /><Relationship Type="http://schemas.openxmlformats.org/officeDocument/2006/relationships/slide" Target="/ppt/slides/slide4.xml" Id="Rc06b9cceee884b3e" /><Relationship Type="http://schemas.openxmlformats.org/officeDocument/2006/relationships/slide" Target="/ppt/slides/slide5.xml" Id="Rc32f189be5e4443b" /><Relationship Type="http://schemas.openxmlformats.org/officeDocument/2006/relationships/slide" Target="/ppt/slides/slide6.xml" Id="Rf312ccf7554c4b79" /><Relationship Type="http://schemas.openxmlformats.org/officeDocument/2006/relationships/slide" Target="/ppt/slides/slide7.xml" Id="R10731629ce514fdd" /><Relationship Type="http://schemas.openxmlformats.org/officeDocument/2006/relationships/slide" Target="/ppt/slides/slide8.xml" Id="Rfb55e823ac7c44b5" /><Relationship Type="http://schemas.openxmlformats.org/officeDocument/2006/relationships/slide" Target="/ppt/slides/slide9.xml" Id="Re4112ac4b9fe4c72" /><Relationship Type="http://schemas.openxmlformats.org/officeDocument/2006/relationships/slide" Target="/ppt/slides/slide10.xml" Id="Rf006b5547f744309" /><Relationship Type="http://schemas.openxmlformats.org/officeDocument/2006/relationships/slide" Target="/ppt/slides/slide11.xml" Id="R1676a38bf61b432e" /><Relationship Type="http://schemas.openxmlformats.org/officeDocument/2006/relationships/slide" Target="/ppt/slides/slide12.xml" Id="R992999e88c574392" /><Relationship Type="http://schemas.openxmlformats.org/officeDocument/2006/relationships/slide" Target="/ppt/slides/slide13.xml" Id="R0eaf8273ecf84017" /><Relationship Type="http://schemas.openxmlformats.org/officeDocument/2006/relationships/slide" Target="/ppt/slides/slide14.xml" Id="R422b01f30676482d" /><Relationship Type="http://schemas.openxmlformats.org/officeDocument/2006/relationships/slide" Target="/ppt/slides/slide15.xml" Id="R3fa8ad9de3314ab4" /><Relationship Type="http://schemas.openxmlformats.org/officeDocument/2006/relationships/slide" Target="/ppt/slides/slide16.xml" Id="R1820b37231524a73" /><Relationship Type="http://schemas.openxmlformats.org/officeDocument/2006/relationships/slide" Target="/ppt/slides/slide17.xml" Id="R968f9da4223e4a60" /><Relationship Type="http://schemas.openxmlformats.org/officeDocument/2006/relationships/slide" Target="/ppt/slides/slide18.xml" Id="R6b7c9974108b46b7" /><Relationship Type="http://schemas.openxmlformats.org/officeDocument/2006/relationships/slide" Target="/ppt/slides/slide19.xml" Id="R02c79ee300314d07" /><Relationship Type="http://schemas.openxmlformats.org/officeDocument/2006/relationships/slide" Target="/ppt/slides/slide20.xml" Id="Rcd4f04dd50c7496f" /><Relationship Type="http://schemas.openxmlformats.org/officeDocument/2006/relationships/slide" Target="/ppt/slides/slide21.xml" Id="Radd0e85d1773408b" /><Relationship Type="http://schemas.openxmlformats.org/officeDocument/2006/relationships/slide" Target="/ppt/slides/slide22.xml" Id="R470da88c3e034236" /><Relationship Type="http://schemas.openxmlformats.org/officeDocument/2006/relationships/slide" Target="/ppt/slides/slide23.xml" Id="Rf642ff37abfe44e7" /><Relationship Type="http://schemas.openxmlformats.org/officeDocument/2006/relationships/slide" Target="/ppt/slides/slide24.xml" Id="R1928a792e4ba4e9f" /><Relationship Type="http://schemas.openxmlformats.org/officeDocument/2006/relationships/slide" Target="/ppt/slides/slide25.xml" Id="R4295715f3b764993" /><Relationship Type="http://schemas.openxmlformats.org/officeDocument/2006/relationships/slide" Target="/ppt/slides/slide26.xml" Id="R3db45045ce10484f" /><Relationship Type="http://schemas.openxmlformats.org/officeDocument/2006/relationships/slide" Target="/ppt/slides/slide27.xml" Id="R8f48692d7c044682" /><Relationship Type="http://schemas.openxmlformats.org/officeDocument/2006/relationships/slide" Target="/ppt/slides/slide28.xml" Id="R4324866b2365446a" /><Relationship Type="http://schemas.openxmlformats.org/officeDocument/2006/relationships/slide" Target="/ppt/slides/slide29.xml" Id="Rfebabb2b77014762" /><Relationship Type="http://schemas.openxmlformats.org/officeDocument/2006/relationships/slide" Target="/ppt/slides/slide30.xml" Id="R023d7c6a20744b7f" /><Relationship Type="http://schemas.openxmlformats.org/officeDocument/2006/relationships/slide" Target="/ppt/slides/slide31.xml" Id="R2de454d29b07438f" /><Relationship Type="http://schemas.openxmlformats.org/officeDocument/2006/relationships/slide" Target="/ppt/slides/slide32.xml" Id="Rb6eb7c4278014e32" /><Relationship Type="http://schemas.openxmlformats.org/officeDocument/2006/relationships/slide" Target="/ppt/slides/slide33.xml" Id="R4f1ae549746e4be4" /><Relationship Type="http://schemas.openxmlformats.org/officeDocument/2006/relationships/slide" Target="/ppt/slides/slide34.xml" Id="R896c9847dfa94a44" /><Relationship Type="http://schemas.openxmlformats.org/officeDocument/2006/relationships/slide" Target="/ppt/slides/slide35.xml" Id="Rc4ecd3c670c64c77" /><Relationship Type="http://schemas.openxmlformats.org/officeDocument/2006/relationships/slide" Target="/ppt/slides/slide36.xml" Id="Ra6752b4f08f74c63" /><Relationship Type="http://schemas.openxmlformats.org/officeDocument/2006/relationships/slide" Target="/ppt/slides/slide37.xml" Id="Ra300c7e25cf440ed" /><Relationship Type="http://schemas.openxmlformats.org/officeDocument/2006/relationships/slide" Target="/ppt/slides/slide38.xml" Id="R0a81e5277c8d4ab5" /><Relationship Type="http://schemas.openxmlformats.org/officeDocument/2006/relationships/slide" Target="/ppt/slides/slide39.xml" Id="Rf779bee244fa4601" /><Relationship Type="http://schemas.openxmlformats.org/officeDocument/2006/relationships/slide" Target="/ppt/slides/slide40.xml" Id="Ra632e2d7f9064680" /><Relationship Type="http://schemas.openxmlformats.org/officeDocument/2006/relationships/slide" Target="/ppt/slides/slide41.xml" Id="Ra256b07485bc4f40" /><Relationship Type="http://schemas.openxmlformats.org/officeDocument/2006/relationships/slide" Target="/ppt/slides/slide42.xml" Id="R0bf162931f5245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dcb577fd393b45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90eb6c92454f9e" /><Relationship Type="http://schemas.openxmlformats.org/officeDocument/2006/relationships/notesMaster" Target="/ppt/notesMasters/notesMaster1.xml" Id="Rbcd94dd5806d41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84ab74d38d4614" /><Relationship Type="http://schemas.openxmlformats.org/officeDocument/2006/relationships/notesMaster" Target="/ppt/notesMasters/notesMaster1.xml" Id="R4bd97d604e324c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c9cdb7d6cb4d73" /><Relationship Type="http://schemas.openxmlformats.org/officeDocument/2006/relationships/notesMaster" Target="/ppt/notesMasters/notesMaster1.xml" Id="Rd6fa04edf3714b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08fcaa49d146ce" /><Relationship Type="http://schemas.openxmlformats.org/officeDocument/2006/relationships/notesMaster" Target="/ppt/notesMasters/notesMaster1.xml" Id="R753faed9c87d4d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4e684e6adb4630" /><Relationship Type="http://schemas.openxmlformats.org/officeDocument/2006/relationships/notesMaster" Target="/ppt/notesMasters/notesMaster1.xml" Id="R765f01ce0a8540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234e9081b847d5" /><Relationship Type="http://schemas.openxmlformats.org/officeDocument/2006/relationships/notesMaster" Target="/ppt/notesMasters/notesMaster1.xml" Id="R5efffbd17d454e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5e84e03a904bc5" /><Relationship Type="http://schemas.openxmlformats.org/officeDocument/2006/relationships/notesMaster" Target="/ppt/notesMasters/notesMaster1.xml" Id="R0d79e72b33ee4b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d3ecdc2c3749a5" /><Relationship Type="http://schemas.openxmlformats.org/officeDocument/2006/relationships/notesMaster" Target="/ppt/notesMasters/notesMaster1.xml" Id="R9b81ffe1c62b46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8fd5a74d08412d" /><Relationship Type="http://schemas.openxmlformats.org/officeDocument/2006/relationships/notesMaster" Target="/ppt/notesMasters/notesMaster1.xml" Id="R49362a54bb8945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da611728194132" /><Relationship Type="http://schemas.openxmlformats.org/officeDocument/2006/relationships/notesMaster" Target="/ppt/notesMasters/notesMaster1.xml" Id="Rceda14d254dd43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b25fcb815a4ec7" /><Relationship Type="http://schemas.openxmlformats.org/officeDocument/2006/relationships/notesMaster" Target="/ppt/notesMasters/notesMaster1.xml" Id="R6ee988a06a194d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df3a11dd5d4265" /><Relationship Type="http://schemas.openxmlformats.org/officeDocument/2006/relationships/notesMaster" Target="/ppt/notesMasters/notesMaster1.xml" Id="R7ac3dec84c5e44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8500d034754427" /><Relationship Type="http://schemas.openxmlformats.org/officeDocument/2006/relationships/notesMaster" Target="/ppt/notesMasters/notesMaster1.xml" Id="R409c898303004b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b6bd01b9e340d5" /><Relationship Type="http://schemas.openxmlformats.org/officeDocument/2006/relationships/notesMaster" Target="/ppt/notesMasters/notesMaster1.xml" Id="R5c3428f012ef4c8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ba503b858cf4003" /><Relationship Type="http://schemas.openxmlformats.org/officeDocument/2006/relationships/notesMaster" Target="/ppt/notesMasters/notesMaster1.xml" Id="Raaffc66e8f7b4a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ba5832e476c42b4" /><Relationship Type="http://schemas.openxmlformats.org/officeDocument/2006/relationships/notesMaster" Target="/ppt/notesMasters/notesMaster1.xml" Id="R3f2a060f6e964d4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c0347e54f74cd0" /><Relationship Type="http://schemas.openxmlformats.org/officeDocument/2006/relationships/notesMaster" Target="/ppt/notesMasters/notesMaster1.xml" Id="Ra8fcd0ecd44c47e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7580483b3264f08" /><Relationship Type="http://schemas.openxmlformats.org/officeDocument/2006/relationships/notesMaster" Target="/ppt/notesMasters/notesMaster1.xml" Id="R28a8ed985528407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89a4f82fadd4693" /><Relationship Type="http://schemas.openxmlformats.org/officeDocument/2006/relationships/notesMaster" Target="/ppt/notesMasters/notesMaster1.xml" Id="R7a5050292374455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eac899a64784cb7" /><Relationship Type="http://schemas.openxmlformats.org/officeDocument/2006/relationships/notesMaster" Target="/ppt/notesMasters/notesMaster1.xml" Id="R619010ea5c784a1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2b3355961044884" /><Relationship Type="http://schemas.openxmlformats.org/officeDocument/2006/relationships/notesMaster" Target="/ppt/notesMasters/notesMaster1.xml" Id="R92d8301592ee4ca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3fe68e671cf4d8d" /><Relationship Type="http://schemas.openxmlformats.org/officeDocument/2006/relationships/notesMaster" Target="/ppt/notesMasters/notesMaster1.xml" Id="R8292fb2dea434da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9601687d4134723" /><Relationship Type="http://schemas.openxmlformats.org/officeDocument/2006/relationships/notesMaster" Target="/ppt/notesMasters/notesMaster1.xml" Id="R4409e941a05a475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9d70f2590e24bfb" /><Relationship Type="http://schemas.openxmlformats.org/officeDocument/2006/relationships/notesMaster" Target="/ppt/notesMasters/notesMaster1.xml" Id="Rb93a863c5a0e462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f7d9c5655be4709" /><Relationship Type="http://schemas.openxmlformats.org/officeDocument/2006/relationships/notesMaster" Target="/ppt/notesMasters/notesMaster1.xml" Id="Rcec61967197240a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340c6adb8e84f52" /><Relationship Type="http://schemas.openxmlformats.org/officeDocument/2006/relationships/notesMaster" Target="/ppt/notesMasters/notesMaster1.xml" Id="Rcdea6173f7b04e8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dcd9e282ced4762" /><Relationship Type="http://schemas.openxmlformats.org/officeDocument/2006/relationships/notesMaster" Target="/ppt/notesMasters/notesMaster1.xml" Id="R7d9491d13c0548e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28becb841ac40cf" /><Relationship Type="http://schemas.openxmlformats.org/officeDocument/2006/relationships/notesMaster" Target="/ppt/notesMasters/notesMaster1.xml" Id="R54551b1df8ca4f7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ca3a0d28dfe4f11" /><Relationship Type="http://schemas.openxmlformats.org/officeDocument/2006/relationships/notesMaster" Target="/ppt/notesMasters/notesMaster1.xml" Id="R170be03644cf443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a043149c1b1479e" /><Relationship Type="http://schemas.openxmlformats.org/officeDocument/2006/relationships/notesMaster" Target="/ppt/notesMasters/notesMaster1.xml" Id="R8ff51411e1174b5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d20b14fb33c4bdb" /><Relationship Type="http://schemas.openxmlformats.org/officeDocument/2006/relationships/notesMaster" Target="/ppt/notesMasters/notesMaster1.xml" Id="Rd130d405b5fc437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bc4f93f86b94dc3" /><Relationship Type="http://schemas.openxmlformats.org/officeDocument/2006/relationships/notesMaster" Target="/ppt/notesMasters/notesMaster1.xml" Id="Rf0aeeeba43f6491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390dc960ff143a4" /><Relationship Type="http://schemas.openxmlformats.org/officeDocument/2006/relationships/notesMaster" Target="/ppt/notesMasters/notesMaster1.xml" Id="R82cda495d80249f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bcbfdffdae04d78" /><Relationship Type="http://schemas.openxmlformats.org/officeDocument/2006/relationships/notesMaster" Target="/ppt/notesMasters/notesMaster1.xml" Id="R5feff0e286c54c4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e5c4931829c4e7d" /><Relationship Type="http://schemas.openxmlformats.org/officeDocument/2006/relationships/notesMaster" Target="/ppt/notesMasters/notesMaster1.xml" Id="Ra0dd17f6ef354c8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faa768f87c14383" /><Relationship Type="http://schemas.openxmlformats.org/officeDocument/2006/relationships/notesMaster" Target="/ppt/notesMasters/notesMaster1.xml" Id="Rb74d3017382b4bb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93eb975e09c4197" /><Relationship Type="http://schemas.openxmlformats.org/officeDocument/2006/relationships/notesMaster" Target="/ppt/notesMasters/notesMaster1.xml" Id="Rc93c1c190383430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815758466b84b76" /><Relationship Type="http://schemas.openxmlformats.org/officeDocument/2006/relationships/notesMaster" Target="/ppt/notesMasters/notesMaster1.xml" Id="R9183237f6a504e6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c735c3241994223" /><Relationship Type="http://schemas.openxmlformats.org/officeDocument/2006/relationships/notesMaster" Target="/ppt/notesMasters/notesMaster1.xml" Id="R8a29eb0535544db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f5d503bc489473c" /><Relationship Type="http://schemas.openxmlformats.org/officeDocument/2006/relationships/notesMaster" Target="/ppt/notesMasters/notesMaster1.xml" Id="R3dcae7b7511f454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17bbff6c21e4429" /><Relationship Type="http://schemas.openxmlformats.org/officeDocument/2006/relationships/notesMaster" Target="/ppt/notesMasters/notesMaster1.xml" Id="Reb19bc4586b045b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1a0a83039aa4c91" /><Relationship Type="http://schemas.openxmlformats.org/officeDocument/2006/relationships/notesMaster" Target="/ppt/notesMasters/notesMaster1.xml" Id="R0230a707545546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ZH text map: content/localizations/staged-2026-09-01/presentations/lesomontazhnye-raboty/zh/text-map.json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5158b84c6746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a6aa80b72c04c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fac4b1e84e4e40" /><Relationship Type="http://schemas.openxmlformats.org/officeDocument/2006/relationships/slideLayout" Target="/ppt/slideLayouts/slideLayout1.xml" Id="R2511b5bd92884c5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bc037424e9f4da3" /><Relationship Type="http://schemas.openxmlformats.org/officeDocument/2006/relationships/slideLayout" Target="/ppt/slideLayouts/slideLayout2.xml" Id="R1e27ee58287447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11b5bd92884c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Work Safety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1e27ee582874473e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544352865a4fef" /><Relationship Type="http://schemas.openxmlformats.org/officeDocument/2006/relationships/image" Target="/ppt/media/image.jpeg" Id="R6dfbaec7c43241f1" /><Relationship Type="http://schemas.openxmlformats.org/officeDocument/2006/relationships/image" Target="/ppt/media/image.png" Id="R996888277f09475f" /><Relationship Type="http://schemas.openxmlformats.org/officeDocument/2006/relationships/notesSlide" Target="/ppt/notesSlides/notesSlide1.xml" Id="R14fa58ae48eb48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f9fc86e5a245c8" /><Relationship Type="http://schemas.openxmlformats.org/officeDocument/2006/relationships/image" Target="/ppt/media/image2.png" Id="R91db4592d8724973" /><Relationship Type="http://schemas.openxmlformats.org/officeDocument/2006/relationships/notesSlide" Target="/ppt/notesSlides/notesSlide2.xml" Id="R033c1b5a60dd46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e4ee1d766249be" /><Relationship Type="http://schemas.openxmlformats.org/officeDocument/2006/relationships/image" Target="/ppt/media/image3.png" Id="R2670b83f6c384cfc" /><Relationship Type="http://schemas.openxmlformats.org/officeDocument/2006/relationships/notesSlide" Target="/ppt/notesSlides/notesSlide3.xml" Id="Rddbbb937675149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6397ecd4ac40cb" /><Relationship Type="http://schemas.openxmlformats.org/officeDocument/2006/relationships/image" Target="/ppt/media/image2.jpeg" Id="R631ba1b54a7041a0" /><Relationship Type="http://schemas.openxmlformats.org/officeDocument/2006/relationships/image" Target="/ppt/media/image4.png" Id="Rd31dd0142ddf4d55" /><Relationship Type="http://schemas.openxmlformats.org/officeDocument/2006/relationships/notesSlide" Target="/ppt/notesSlides/notesSlide4.xml" Id="R672ca78ca46749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8875eb1d9b4167" /><Relationship Type="http://schemas.openxmlformats.org/officeDocument/2006/relationships/image" Target="/ppt/media/image5.png" Id="Re2aad40ac70d49cf" /><Relationship Type="http://schemas.openxmlformats.org/officeDocument/2006/relationships/notesSlide" Target="/ppt/notesSlides/notesSlide5.xml" Id="Rf8e3d79187ab47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c0eed435ad400f" /><Relationship Type="http://schemas.openxmlformats.org/officeDocument/2006/relationships/image" Target="/ppt/media/image6.png" Id="Rf1d0cf857b7f4f74" /><Relationship Type="http://schemas.openxmlformats.org/officeDocument/2006/relationships/notesSlide" Target="/ppt/notesSlides/notesSlide6.xml" Id="R3f1ad57319b146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99c697b4984a91" /><Relationship Type="http://schemas.openxmlformats.org/officeDocument/2006/relationships/image" Target="/ppt/media/image7.png" Id="Rd799e078b7414636" /><Relationship Type="http://schemas.openxmlformats.org/officeDocument/2006/relationships/notesSlide" Target="/ppt/notesSlides/notesSlide7.xml" Id="Re6f337d3881349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513d4846b34066" /><Relationship Type="http://schemas.openxmlformats.org/officeDocument/2006/relationships/image" Target="/ppt/media/image8.png" Id="Rbe31104eb0a7402a" /><Relationship Type="http://schemas.openxmlformats.org/officeDocument/2006/relationships/notesSlide" Target="/ppt/notesSlides/notesSlide8.xml" Id="Rc2b16e6e5ab349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2c754f71de4660" /><Relationship Type="http://schemas.openxmlformats.org/officeDocument/2006/relationships/image" Target="/ppt/media/image3.jpeg" Id="Rde430fdd33164ec9" /><Relationship Type="http://schemas.openxmlformats.org/officeDocument/2006/relationships/image" Target="/ppt/media/image9.png" Id="R2b7d4bb6417e4c0e" /><Relationship Type="http://schemas.openxmlformats.org/officeDocument/2006/relationships/notesSlide" Target="/ppt/notesSlides/notesSlide9.xml" Id="Ra3c9b2a4421841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a7f1f31ada4e6f" /><Relationship Type="http://schemas.openxmlformats.org/officeDocument/2006/relationships/image" Target="/ppt/media/image10.png" Id="R0781246341ea4504" /><Relationship Type="http://schemas.openxmlformats.org/officeDocument/2006/relationships/notesSlide" Target="/ppt/notesSlides/notesSlide10.xml" Id="R525fc8d0661841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96f039dc0c4858" /><Relationship Type="http://schemas.openxmlformats.org/officeDocument/2006/relationships/image" Target="/ppt/media/image11.png" Id="Red9282c0c2da4ccc" /><Relationship Type="http://schemas.openxmlformats.org/officeDocument/2006/relationships/notesSlide" Target="/ppt/notesSlides/notesSlide11.xml" Id="R1225542fd79e46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0e929e84774986" /><Relationship Type="http://schemas.openxmlformats.org/officeDocument/2006/relationships/image" Target="/ppt/media/image4.jpeg" Id="R955bf671b42c4992" /><Relationship Type="http://schemas.openxmlformats.org/officeDocument/2006/relationships/image" Target="/ppt/media/image12.png" Id="Ra75457c4d0c54d7f" /><Relationship Type="http://schemas.openxmlformats.org/officeDocument/2006/relationships/notesSlide" Target="/ppt/notesSlides/notesSlide12.xml" Id="R98416daa990e47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554cc7b6844f49" /><Relationship Type="http://schemas.openxmlformats.org/officeDocument/2006/relationships/image" Target="/ppt/media/image5.jpeg" Id="R0d3c70505d234a65" /><Relationship Type="http://schemas.openxmlformats.org/officeDocument/2006/relationships/image" Target="/ppt/media/image13.png" Id="Rc5c72de6218040e2" /><Relationship Type="http://schemas.openxmlformats.org/officeDocument/2006/relationships/notesSlide" Target="/ppt/notesSlides/notesSlide13.xml" Id="R39fc1bd9076a42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161214d0864f39" /><Relationship Type="http://schemas.openxmlformats.org/officeDocument/2006/relationships/image" Target="/ppt/media/image6.jpeg" Id="R7321b6d202314dad" /><Relationship Type="http://schemas.openxmlformats.org/officeDocument/2006/relationships/image" Target="/ppt/media/image14.png" Id="R8c95b158b4834118" /><Relationship Type="http://schemas.openxmlformats.org/officeDocument/2006/relationships/notesSlide" Target="/ppt/notesSlides/notesSlide14.xml" Id="Ra443035b508f49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ceed27adce4d15" /><Relationship Type="http://schemas.openxmlformats.org/officeDocument/2006/relationships/image" Target="/ppt/media/image15.png" Id="R48bd7cbdacca49cd" /><Relationship Type="http://schemas.openxmlformats.org/officeDocument/2006/relationships/notesSlide" Target="/ppt/notesSlides/notesSlide15.xml" Id="R3ca4030cea2540f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ec2468b098497c" /><Relationship Type="http://schemas.openxmlformats.org/officeDocument/2006/relationships/image" Target="/ppt/media/image7.jpeg" Id="R53531d33af76435c" /><Relationship Type="http://schemas.openxmlformats.org/officeDocument/2006/relationships/image" Target="/ppt/media/image16.png" Id="R6952868e0bda42dd" /><Relationship Type="http://schemas.openxmlformats.org/officeDocument/2006/relationships/notesSlide" Target="/ppt/notesSlides/notesSlide16.xml" Id="Rf3330b086ef3427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8f207fd7a3453d" /><Relationship Type="http://schemas.openxmlformats.org/officeDocument/2006/relationships/image" Target="/ppt/media/image17.png" Id="R8e9478c4dfdf4fc9" /><Relationship Type="http://schemas.openxmlformats.org/officeDocument/2006/relationships/notesSlide" Target="/ppt/notesSlides/notesSlide17.xml" Id="R4e6e0182ec0f4b6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7bb76f444b4d9b" /><Relationship Type="http://schemas.openxmlformats.org/officeDocument/2006/relationships/image" Target="/ppt/media/image8.jpeg" Id="R8370d8552ffa4cf7" /><Relationship Type="http://schemas.openxmlformats.org/officeDocument/2006/relationships/image" Target="/ppt/media/image18.png" Id="R6a1b9296fe0e4c83" /><Relationship Type="http://schemas.openxmlformats.org/officeDocument/2006/relationships/notesSlide" Target="/ppt/notesSlides/notesSlide18.xml" Id="R98f245b3762b4aa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6f0cfb98dd435d" /><Relationship Type="http://schemas.openxmlformats.org/officeDocument/2006/relationships/image" Target="/ppt/media/image19.png" Id="R30f2896367b347d7" /><Relationship Type="http://schemas.openxmlformats.org/officeDocument/2006/relationships/notesSlide" Target="/ppt/notesSlides/notesSlide19.xml" Id="R766d0e1df69c44d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7c06e9c2d4426c" /><Relationship Type="http://schemas.openxmlformats.org/officeDocument/2006/relationships/image" Target="/ppt/media/image9.jpeg" Id="Rc01dbd55d09d4649" /><Relationship Type="http://schemas.openxmlformats.org/officeDocument/2006/relationships/image" Target="/ppt/media/image20.png" Id="Ra3b28b8c29ba48d5" /><Relationship Type="http://schemas.openxmlformats.org/officeDocument/2006/relationships/notesSlide" Target="/ppt/notesSlides/notesSlide20.xml" Id="Ree8092287e5c4a3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799080785946bc" /><Relationship Type="http://schemas.openxmlformats.org/officeDocument/2006/relationships/image" Target="/ppt/media/image21.png" Id="R58bad80ce88c4b24" /><Relationship Type="http://schemas.openxmlformats.org/officeDocument/2006/relationships/notesSlide" Target="/ppt/notesSlides/notesSlide21.xml" Id="R42a45b354ec040a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e0f3d0e08b465b" /><Relationship Type="http://schemas.openxmlformats.org/officeDocument/2006/relationships/image" Target="/ppt/media/image22.png" Id="R68f32a90eaf24e2a" /><Relationship Type="http://schemas.openxmlformats.org/officeDocument/2006/relationships/notesSlide" Target="/ppt/notesSlides/notesSlide22.xml" Id="Rf2b8f1361e064d2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135619bf3142d3" /><Relationship Type="http://schemas.openxmlformats.org/officeDocument/2006/relationships/image" Target="/ppt/media/image10.jpeg" Id="R9a0f90bdb97e453e" /><Relationship Type="http://schemas.openxmlformats.org/officeDocument/2006/relationships/image" Target="/ppt/media/image23.png" Id="R871b9d34ac3f470e" /><Relationship Type="http://schemas.openxmlformats.org/officeDocument/2006/relationships/notesSlide" Target="/ppt/notesSlides/notesSlide23.xml" Id="R3bbf6fc5722642e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9110c4ea4e48f6" /><Relationship Type="http://schemas.openxmlformats.org/officeDocument/2006/relationships/image" Target="/ppt/media/image11.jpeg" Id="R50c595ee123e4cc8" /><Relationship Type="http://schemas.openxmlformats.org/officeDocument/2006/relationships/image" Target="/ppt/media/image24.png" Id="Rbda265710b8b4e8f" /><Relationship Type="http://schemas.openxmlformats.org/officeDocument/2006/relationships/notesSlide" Target="/ppt/notesSlides/notesSlide24.xml" Id="R48123c8453674ef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fba71878c64621" /><Relationship Type="http://schemas.openxmlformats.org/officeDocument/2006/relationships/image" Target="/ppt/media/image25.png" Id="R368ad84d7d344356" /><Relationship Type="http://schemas.openxmlformats.org/officeDocument/2006/relationships/notesSlide" Target="/ppt/notesSlides/notesSlide25.xml" Id="Rdde4a724d0df4fc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2dc41ec63e41ca" /><Relationship Type="http://schemas.openxmlformats.org/officeDocument/2006/relationships/image" Target="/ppt/media/image26.png" Id="R84147d724bef487d" /><Relationship Type="http://schemas.openxmlformats.org/officeDocument/2006/relationships/notesSlide" Target="/ppt/notesSlides/notesSlide26.xml" Id="Rb080d42dfbc2478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e7b533811c47a9" /><Relationship Type="http://schemas.openxmlformats.org/officeDocument/2006/relationships/image" Target="/ppt/media/image27.png" Id="Rfcd920f163784591" /><Relationship Type="http://schemas.openxmlformats.org/officeDocument/2006/relationships/notesSlide" Target="/ppt/notesSlides/notesSlide27.xml" Id="R1b984cca858b454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07522c670c40b3" /><Relationship Type="http://schemas.openxmlformats.org/officeDocument/2006/relationships/image" Target="/ppt/media/image12.jpeg" Id="R9d8f7d90dcc14b54" /><Relationship Type="http://schemas.openxmlformats.org/officeDocument/2006/relationships/image" Target="/ppt/media/image28.png" Id="R436e33022d4d413e" /><Relationship Type="http://schemas.openxmlformats.org/officeDocument/2006/relationships/notesSlide" Target="/ppt/notesSlides/notesSlide28.xml" Id="Rdb4234cd0bb14f6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09e1411334458a" /><Relationship Type="http://schemas.openxmlformats.org/officeDocument/2006/relationships/image" Target="/ppt/media/image29.png" Id="Rd37a5f2afc2b408c" /><Relationship Type="http://schemas.openxmlformats.org/officeDocument/2006/relationships/notesSlide" Target="/ppt/notesSlides/notesSlide29.xml" Id="R4b3e8a5b9d16424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fb6028229b4756" /><Relationship Type="http://schemas.openxmlformats.org/officeDocument/2006/relationships/image" Target="/ppt/media/image30.png" Id="Recb1e2f2e7ee488e" /><Relationship Type="http://schemas.openxmlformats.org/officeDocument/2006/relationships/notesSlide" Target="/ppt/notesSlides/notesSlide30.xml" Id="Rbb9469875601454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c740b31cee4f5b" /><Relationship Type="http://schemas.openxmlformats.org/officeDocument/2006/relationships/image" Target="/ppt/media/image31.png" Id="R7d8b068d07e74fb5" /><Relationship Type="http://schemas.openxmlformats.org/officeDocument/2006/relationships/notesSlide" Target="/ppt/notesSlides/notesSlide31.xml" Id="R4dfb2526a9bc413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b1c01e000844a7" /><Relationship Type="http://schemas.openxmlformats.org/officeDocument/2006/relationships/image" Target="/ppt/media/image32.png" Id="R520e9323830e42a7" /><Relationship Type="http://schemas.openxmlformats.org/officeDocument/2006/relationships/notesSlide" Target="/ppt/notesSlides/notesSlide32.xml" Id="R283646e1b603481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14a6b028e54402" /><Relationship Type="http://schemas.openxmlformats.org/officeDocument/2006/relationships/image" Target="/ppt/media/image33.png" Id="Ra4e0980eb8c749ac" /><Relationship Type="http://schemas.openxmlformats.org/officeDocument/2006/relationships/notesSlide" Target="/ppt/notesSlides/notesSlide33.xml" Id="Rafbd9b2ceee14af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f2f941f7af4e24" /><Relationship Type="http://schemas.openxmlformats.org/officeDocument/2006/relationships/image" Target="/ppt/media/image34.png" Id="R58d937853f954e8b" /><Relationship Type="http://schemas.openxmlformats.org/officeDocument/2006/relationships/notesSlide" Target="/ppt/notesSlides/notesSlide34.xml" Id="R5dc4650a28a54e4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ef41ffbc3a4528" /><Relationship Type="http://schemas.openxmlformats.org/officeDocument/2006/relationships/image" Target="/ppt/media/image35.png" Id="R45701217b5384d85" /><Relationship Type="http://schemas.openxmlformats.org/officeDocument/2006/relationships/notesSlide" Target="/ppt/notesSlides/notesSlide35.xml" Id="Rdf8d0131661641d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429d251ef546ab" /><Relationship Type="http://schemas.openxmlformats.org/officeDocument/2006/relationships/image" Target="/ppt/media/image36.png" Id="R1b70be5a46154f3f" /><Relationship Type="http://schemas.openxmlformats.org/officeDocument/2006/relationships/notesSlide" Target="/ppt/notesSlides/notesSlide36.xml" Id="R7426b86bba884f2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6e1a9128ad428e" /><Relationship Type="http://schemas.openxmlformats.org/officeDocument/2006/relationships/image" Target="/ppt/media/image37.png" Id="Rf79896cda86342bb" /><Relationship Type="http://schemas.openxmlformats.org/officeDocument/2006/relationships/notesSlide" Target="/ppt/notesSlides/notesSlide37.xml" Id="Rf8fc0526283f4bf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a00ed046d94e03" /><Relationship Type="http://schemas.openxmlformats.org/officeDocument/2006/relationships/image" Target="/ppt/media/image38.png" Id="R3a2fd3bbf7ef4e10" /><Relationship Type="http://schemas.openxmlformats.org/officeDocument/2006/relationships/notesSlide" Target="/ppt/notesSlides/notesSlide38.xml" Id="R7f6f153fa9e5454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d024af791f4579" /><Relationship Type="http://schemas.openxmlformats.org/officeDocument/2006/relationships/image" Target="/ppt/media/image39.png" Id="Rbae710cdb3494741" /><Relationship Type="http://schemas.openxmlformats.org/officeDocument/2006/relationships/notesSlide" Target="/ppt/notesSlides/notesSlide39.xml" Id="R333d41616e434a6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3286be836148a8" /><Relationship Type="http://schemas.openxmlformats.org/officeDocument/2006/relationships/image" Target="/ppt/media/image40.png" Id="R19ac3147ec6f4c32" /><Relationship Type="http://schemas.openxmlformats.org/officeDocument/2006/relationships/notesSlide" Target="/ppt/notesSlides/notesSlide40.xml" Id="Ra1fac39277c44ec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2887b4a971454d" /><Relationship Type="http://schemas.openxmlformats.org/officeDocument/2006/relationships/image" Target="/ppt/media/image41.png" Id="R73f775b012a84769" /><Relationship Type="http://schemas.openxmlformats.org/officeDocument/2006/relationships/notesSlide" Target="/ppt/notesSlides/notesSlide41.xml" Id="R488481e325ee426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1a09d8831d4f41" /><Relationship Type="http://schemas.openxmlformats.org/officeDocument/2006/relationships/image" Target="/ppt/media/image42.png" Id="Rbf85356f436e4c63" /><Relationship Type="http://schemas.openxmlformats.org/officeDocument/2006/relationships/notesSlide" Target="/ppt/notesSlides/notesSlide42.xml" Id="R0d628c01ccaf48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CB485-9B86-4423-AE5F-C5BDADE4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VISUAL_03_s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baec7c43241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24750" y="1104900"/>
            <a:ext cx="4095750" cy="476250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F002B-F5AA-4A54-BD06-4183F5F9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04900"/>
            <a:ext cx="76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_KICKER">
            <a:extLst xmlns:a="http://schemas.openxmlformats.org/drawingml/2006/main">
              <a:ext uri="{FF2B5EF4-FFF2-40B4-BE49-F238E27FC236}">
                <a16:creationId xmlns:a16="http://schemas.microsoft.com/office/drawing/2014/main" id="{334047EF-4026-4491-BC3C-BE5A0C82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培训课程</a:t>
            </a:r>
          </a:p>
        </p:txBody>
      </p:sp>
      <p:sp>
        <p:nvSpPr>
          <p:cNvPr id="5" name="DECK_TITLE">
            <a:extLst xmlns:a="http://schemas.openxmlformats.org/drawingml/2006/main">
              <a:ext uri="{FF2B5EF4-FFF2-40B4-BE49-F238E27FC236}">
                <a16:creationId xmlns:a16="http://schemas.microsoft.com/office/drawing/2014/main" id="{924C77B5-0008-4B9D-8EA2-023F698A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36E2D-BE32-463F-AC1E-ED1D4EE8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CK_SUBTITLE">
            <a:extLst xmlns:a="http://schemas.openxmlformats.org/drawingml/2006/main">
              <a:ext uri="{FF2B5EF4-FFF2-40B4-BE49-F238E27FC236}">
                <a16:creationId xmlns:a16="http://schemas.microsoft.com/office/drawing/2014/main" id="{8374C29F-7C9B-412A-8A19-407450D5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脚手架的安全安装、操作和拆除</a:t>
            </a:r>
          </a:p>
        </p:txBody>
      </p:sp>
      <p:sp>
        <p:nvSpPr>
          <p:cNvPr id="8" name="DECK_AUDIENCE">
            <a:extLst xmlns:a="http://schemas.openxmlformats.org/drawingml/2006/main">
              <a:ext uri="{FF2B5EF4-FFF2-40B4-BE49-F238E27FC236}">
                <a16:creationId xmlns:a16="http://schemas.microsoft.com/office/drawing/2014/main" id="{C4EF90E2-10C2-4759-805D-517C8246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25F"/>
                </a:solidFill>
                <a:latin typeface="Arial"/>
                <a:ea typeface="Arial"/>
                <a:cs typeface="Arial"/>
              </a:rPr>
              <a:t>工人及一线人员培训课程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DDA93-DC09-47C4-B55B-F6808E50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6B88D15-C4DA-40F4-8DDA-35EEE5BE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CD144C0-1CCD-4D4D-8385-D3A589C3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888277f09475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562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E7EC3B-F170-4C2B-9663-B51E6503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369EC0F-AA65-4A9C-91A9-9F374E25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课程结束后作业人员将能够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F04891EF-8F68-4058-B1FD-F5F74576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A942F-4BCC-48A0-A3CB-DE4C6841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8B5467A4-F54C-4099-BB3D-CDE7B1B0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搭设前检查作业许可、设计、基础和危险区域。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447C63EC-6171-4ACF-B006-5322BD77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3221C-A165-4280-973A-EB8CC56F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688E9FE9-2BD3-4759-BFAC-922F6364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识别脚手架的主要构件，并了解拉结件、脚手板和防护栏的用途。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F3F6A42A-AE6F-4D3D-AFC5-1F6A364F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F3F1B-39F4-456D-B76A-A2929B5F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02296A37-C882-4E6A-8115-187E1655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安全使用脚手架并了解其审批状态。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EC5EC787-EBA0-4B19-86F7-C5F20A5B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0638D-BBA9-46B5-A6ED-64596A25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821A37B4-F3A9-4435-ABB3-4AF5B0FA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出现变形、下沉、超载或恶劣天气时应停止运行。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338C4D-02AE-4443-8424-427F6031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87D61-7AA9-48C4-A72D-83EB541F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7422ADB1-C058-47B9-BFBD-2F3B161E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71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脚手架的安全性是由整个系统决定的，而不是由某个强大的元素决定的。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23447D-9AD6-486C-A6C3-DCC1A402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53DC829-3A5D-4168-90CB-F2CB7219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2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A56F9BB-CBB6-4EB5-AA9F-C9DB85FF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b4592d872497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300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1F2E8E-3AD1-436B-A53A-D2AB5EA0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5E25B18-52E6-46F6-8E05-F2B857D9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课程逻辑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8B71EB93-A17C-445C-9114-3BF78D1F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708C7-4D83-48EB-80E1-3F030414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70753423-3676-444A-8BD8-5681C7EC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入场、角色和规划。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CCEC15B3-0774-41DA-8C3A-3D8BBB2C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A3120-9A9B-4E43-819A-E336F89A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EC056514-64F5-4526-A180-8C7E81E9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527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元素、基础和稳定性。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70DC8B3C-9380-4AAF-97D5-C4955935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EA877-A302-4525-9EDB-B012C320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0023F8C6-E4B5-4ACF-AFA4-84783EC8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地板、通道和坠落保护。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67533B8A-98B0-446F-8C47-2B692F27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51B40-220D-41A0-8550-06B44E27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8AE8421F-31FB-4D81-A95A-CCAB8E12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检查、使用和拆卸。</a:t>
            </a:r>
          </a:p>
        </p:txBody>
      </p:sp>
      <p:sp>
        <p:nvSpPr>
          <p:cNvPr id="15" name="LIST_NUMBER_5">
            <a:extLst xmlns:a="http://schemas.openxmlformats.org/drawingml/2006/main">
              <a:ext uri="{FF2B5EF4-FFF2-40B4-BE49-F238E27FC236}">
                <a16:creationId xmlns:a16="http://schemas.microsoft.com/office/drawing/2014/main" id="{72B46560-ABA0-48B7-9EE0-929FB3EB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4C3F6-3D6A-4745-ADFD-B85A6DE1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7" name="LIST_ITEM_5">
            <a:extLst xmlns:a="http://schemas.openxmlformats.org/drawingml/2006/main">
              <a:ext uri="{FF2B5EF4-FFF2-40B4-BE49-F238E27FC236}">
                <a16:creationId xmlns:a16="http://schemas.microsoft.com/office/drawing/2014/main" id="{DE094F70-CC7D-4593-AA74-1CE05D87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停工和紧急行动。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DE282A-F862-4E82-BB3A-B631D44B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381250" cy="29527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F271FE-2AB8-4BF6-AFA7-D9287220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课程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91A0E6-CDD9-4489-92AC-D7B474CA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D625F"/>
                </a:solidFill>
                <a:latin typeface="Arial"/>
                <a:ea typeface="Arial"/>
                <a:cs typeface="Arial"/>
              </a:rPr>
              <a:t>语义块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DA3A16-8F52-4F09-B24B-A053FC23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B672E2C-1351-485B-A9C6-0CDCDD47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2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6F0C2F2-DD96-4C2A-ABAF-5DD18986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0b83f6c384cf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29" name="AGENDA_COUNT_CIRCLE">
            <a:extLst xmlns:a="http://schemas.openxmlformats.org/drawingml/2006/main">
              <a:ext uri="{FF2B5EF4-FFF2-40B4-BE49-F238E27FC236}">
                <a16:creationId xmlns:a16="http://schemas.microsoft.com/office/drawing/2014/main" id="{5F5DB99D-BE2B-47CB-9B0D-1B73D6D6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349269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994D2-9AF4-400C-A661-0C9FBB4A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3_s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ba1b54a7041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AA37C042-EB37-434D-A5C5-22F7F336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F25D6-32B9-4229-9A0C-82133BC7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EA387B2F-8016-47C7-92E3-592844D8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入学及规划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D9DBBB6F-2F25-4183-95AE-B30EBF3D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安装从任命负责人、设计和评估现场条件开始。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C9946-17FF-4061-B933-BD4C87D6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5E2EF2E-BD0A-412F-A74D-00CD999D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C1DFA9E-34B0-417C-B06B-71496AA0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dd0142ddf4d5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4966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572AF-8C2B-499E-9353-01969529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EA6289C-D4FB-42ED-9DEC-0061C605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安装由经过培训的团队进行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BDFD5-904C-407F-9DF5-62FD79F0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脚手架的搭设、改动和拆除应由经过培训的作业人员在指定负责人监督下进行。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检查和使用许可应由承担该职责且熟悉脚手架系统的人员实施。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使用者不得擅自改动作业平台、拉结、紧固件或防护栏。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高处作业、电气危险区域作业和起重作业的许可应分别核查。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160DE-E647-42A7-8201-FBB1A705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23956-C332-4A56-88BE-A047D81B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E162DB7-B464-4536-B285-340E1EF9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获准使用脚手架并不意味着有权擅自改动脚手架。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031AC-838F-449C-9ACF-59847037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B53273C-6DA3-462C-AC37-D49F4B18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规范：高处作业——第109号命令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45A4056-C6AE-4852-99FE-7D8F58B0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FD705CA-5630-4344-AA8C-F79E4B2E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ad40ac70d49c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401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F0584-5DDF-4E59-B94A-FE69AF59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4EAC4F3-8FB0-4ABD-9485-59D7B8B1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角色分担责任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83D18-BA00-4B3F-9A80-A58D0446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作业负责人负责规划顺序、资源和安全条件。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搭设人员按搭设方案作业，安装前检查构件并报告偏差。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指定的胜任人员检查脚手架系统并记录使用许可状态。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使用者在作业前进行目视检查并遵守限制。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A65DB-ABF0-4A48-8306-8AB7C42B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67719-F079-4B21-AE50-D3AF7F72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D0F5EC2-6455-480A-9B87-8A542FDB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每个人都有责任自行验证，但只有授权人员才允许更改。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6B8F7-C637-43F2-AF92-277F929D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B67FDB9-39D3-4E5D-B0AB-EE9BA7C9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887CB25-B607-4F5D-845D-8EBF3EC9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0cf857b7f4f7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09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998D8-51AC-47CA-9222-2DE548B6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871A18E-38AE-4788-8072-B9C4AC4F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高空作业1.3米起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3BF75-ED69-4A2B-8CF2-8B8404FC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高空作业包括在高度或深度为1.3 m 或以上的作业。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距无围栏的跌落边界小于2 m 的距离也被考虑在内。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通过集体保护、准入以及必要时的安全网来确保安全。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具体措施记录在工作项目和工作许可证中。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D9917-AA98-46FB-B8F0-E3A56963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70F0E-D501-450C-9260-9E8DA5FB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8E67D52-658D-44EE-998B-F30E2904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高度是根据下降边缘和实际通道进行评估的。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E82AE-642F-4FD1-9614-5F050114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E58D1CA-CA7A-4347-98BD-43CEC422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规范：高处作业——第109号命令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D35F743-AF5C-419E-95E6-206C9A25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A1A85BB-D434-41B5-BAB5-719439E3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9e078b741463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9561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FBC734-99A0-42DB-9A0A-DDDFBB68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F8E5F86-BA32-4B87-99E3-C8372FF6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安装前规划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C79C0-F5E1-4291-8150-7D6C8DB7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42225-B4F6-49A8-B8E2-601EAF3F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C0DCAA61-0BBA-4281-9166-89B78202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05C38838-0EB3-4239-9122-57207FD6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探索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21E58A02-741E-435C-B10E-2008AFD9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设计文件、系统技术说明书、搭设方案、作业许可证和限制条件。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B0128-5C68-4577-AB0E-9882214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8606F639-7065-449A-B8B3-78F93FFA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3CCF3BE1-7F7F-4212-9E21-02751057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检查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3D124A5D-C8F5-4458-A840-E48FE2C5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基地、立面、开口、通讯、交通和天气。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56F3F-5492-4BE2-B0C5-67457154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762A112C-2838-4609-8CA0-F624E841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57573352-183A-4691-B2D6-5AD604CA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整理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7924063C-D270-4FF3-9BFD-41F1FC29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危险区域、储存、起重、出入和救援操作。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C51FD-E3B0-4B13-B227-0ED99A75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5778B92F-01F2-46B1-A461-CA6C0B24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4447E053-44E4-4DC2-B6F8-FF8C452D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指导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B9E41536-A5DA-4BF4-B199-BFBA0865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分配角色、信号、安装顺序和停止条件。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8249EB-B0E5-41B3-B748-BDF6256C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EA3253-023A-4ECA-A313-AAAEE5C5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F5160C6F-E229-4785-9FF5-A74492DE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未知类型的脚手架或缺少图表是不开始安装的原因。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EC299F-ED3F-4188-AAFA-C5841082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4A0E909C-50CF-4514-AAFC-776A8C95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规范：高处作业——第109号命令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DD7556F-0EDD-4B75-B036-1B253C6B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CFC2A60-0E46-42A4-9B7D-B657D81C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1104eb0a7402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0946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BA5F2-1E9B-433E-807A-57D8B5C8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C69783A-CFA8-4DBF-887B-F7BF0724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工作开始前，危险区域已被围起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4D7D4-3B6A-4C93-A720-A56AA246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根据作业高度、作业性质和物体可能的坠落轨迹划定区域边界。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围挡和标志必须醒目、稳固，且不得产生新的风险。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人员和车辆穿越该区域时，应进行协调或停止通行。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不得将材料放在区域边界之外并阻塞疏散通道。</a:t>
            </a:r>
          </a:p>
        </p:txBody>
      </p:sp>
      <p:pic>
        <p:nvPicPr>
          <p:cNvPr id="18" name="VISUAL_03_s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30fdd33164e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33DBB957-A776-461B-99B9-FB9BAC61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甚至在第一个元素出现在上面之前，栅栏就可以保护下面的人。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E190B-CE1A-4642-84EC-74830168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4851E569-A4CB-4AD7-B638-9207687E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规范：高处作业——第109号命令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B6A8168-18FF-43C5-963B-C5C29763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AA872A5-6532-45E3-844D-12720BB0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d4bb6417e4c0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101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9967E-3051-495E-8305-96CE1E73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0BC60D33-DA73-41F1-A88F-E08B6692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D5BD3-3F65-4EE8-B85F-12B313DD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9E5C6AFB-10B3-4C2B-9E3D-DE735101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287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脚手架系统与稳定性</a:t>
            </a:r>
          </a:p>
        </p:txBody>
      </p:sp>
      <p:sp>
        <p:nvSpPr>
          <p:cNvPr id="5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7A91C5FB-2E83-45E2-B011-047B731A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953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尺寸、间距和紧固方式只能依据具体系统的设计文件、技术说明书和方案确定。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34B64-09B4-4069-9629-15C4A1EA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ABE2DA5-F4AF-4D21-9094-21076FC1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01DEE48-7EA6-4BF7-9B3B-301A8655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1246341ea450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031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41499-5524-4E34-8B85-47008C57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A0FDA03-211E-4B28-9EAA-2CF03711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脚手架的类型决定了组装方法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EFAF4-5CF0-49BE-ACDD-6370E0DF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框架、夹具、楔块和其他系统具有不同的组件和限制。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在未确认兼容性的情况下，不得混合不同系统的元件。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该图指定了顺序、层高、连接、紧固件和通道。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损坏或未知的物品不能用作通用替换品。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992CD-869D-44DC-926B-6B8E7AA2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580AE-2C55-4017-9473-F75145E6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B2B392C-C964-4ED2-AEAD-A9FDA6B5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所有脚手架没有通用的安装方案。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D5C4A-2ED4-449E-B0EB-0DDBACD2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30CACAE-D1E0-4011-A251-E96061FD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37D678E-C4C8-47DD-BDBD-0ED1B17D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282c0c2da4cc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055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C978D-3363-46C5-B1CB-FA55B006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A16FA03-C315-4D5C-AA53-460EE876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每个元素执行自己的功能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B220B-E89B-4096-ACAF-52D8505C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立杆把竖向荷载传递至基础。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纵向水平杆和横向水平杆组成各作业层并支撑脚手板。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拉结件和斜撑提供空间刚度。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扣件、楔件、锁扣和紧固件按制造商图纸连接整个系统。</a:t>
            </a:r>
          </a:p>
        </p:txBody>
      </p:sp>
      <p:pic>
        <p:nvPicPr>
          <p:cNvPr id="17" name="VISUAL_03_s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bf671b42c49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28CA787E-AB0C-468E-BA95-44FC8146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移除一个元件可以改变整个部分的稳定性。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CA36A-58D9-412D-BC23-6628F52C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193B21E-5D5F-434B-8C3A-C702BBCB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4FC8DDC-1365-471F-9185-E4C967C8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457c4d0c54d7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205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E4400-7DAF-4019-AB92-E0611711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180C5E1-2E93-468B-940F-18F32056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底座安全转移负载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678FF-C24C-4FDD-9187-F82F9E70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评估承载能力、水平度、排水、空隙、沟渠和可能的沉降。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冰、松散的土壤、碎片和随意的垫子不是可靠的基础。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负载由所提供的支撑元件分配。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在运行过程中，特别是在降水和挖掘工作之后，对地基状况进行监测。</a:t>
            </a:r>
          </a:p>
        </p:txBody>
      </p:sp>
      <p:pic>
        <p:nvPicPr>
          <p:cNvPr id="17" name="VISUAL_03_s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c70505d234a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954F45D7-916D-45D0-9AE8-8132B157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垂直脚手架不能弥补薄弱的地基。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BBB7D-724A-4225-AFBF-484314EE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032F560-5C70-4FA3-90A3-00069737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A664F13-44BB-4A57-B0A2-9B83B9F0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72de6218040e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7826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374913-B75C-4F08-8DE0-8C670A49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903A78D-601E-4C9D-86E7-37EC1066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支撑板和底座协同工作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ECCDF-0B4B-496A-AB20-E3B48073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支撑板的尺寸和材料是根据设计和荷载计算而取的。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底板完全放在垫子上，并且不会悬挂在边缘上。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螺旋千斤顶只能在制造商允许的范围内使用。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砖块、废料和散装材料不用作衬里。</a:t>
            </a:r>
          </a:p>
        </p:txBody>
      </p:sp>
      <p:pic>
        <p:nvPicPr>
          <p:cNvPr id="17" name="VISUAL_03_s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1b6d202314d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38B4A1E1-C00B-437D-817A-DAAA115A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不得沿用存疑的旧尺寸：应以该具体脚手架的设计为准。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83D02-4B04-4EE8-AF9F-9C1588E1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F0E2106-C28F-4BB8-A618-57121F3C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D1F4688-78B5-4664-98C5-ABD836CB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5b158b483411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7221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9EBAA-B53D-42D0-981B-61EF7D99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DC1C622-B183-43A5-A77C-AF69AB7B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安装过程中检查几何形状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B89F3-3C71-4439-9B98-B1EF174B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每完成一个区段后检查垂直度、水平度和间距。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立杆、作业层和紧固件的间距应按设计文件和系统技术说明书确定。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不得通过强行弯曲或随意增设撑杆纠正偏差。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继续搭设前必须消除倾斜或沉降的原因。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3E735-0109-4E85-965F-972B95E3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03912-FAF3-4293-A080-E5840902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BF05228-C642-4C6F-9989-FCF6F72C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累积的小误差会变成危险的高度不对中。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1E9B9-6661-40DB-A0BA-93E7855B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0DC3EA4-5757-470D-81B6-55DFE9B4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0F86222-5360-42FB-9914-C783CB6F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d7cbdacca49c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049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0AD94-27AE-4C44-A641-14270A17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733EBBD-1DA9-408A-967C-F362FD5A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连接确保系统刚性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06447-DB99-43FF-B1D6-D618E118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纵向和横向连接件按图中规定的位置和顺序安装。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必须正确保护指定节点的连接。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只有通过授权程序并采取替代措施才允许临时撤回。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撞击、移动或重新配置后，将重新检查连接。</a:t>
            </a:r>
          </a:p>
        </p:txBody>
      </p:sp>
      <p:pic>
        <p:nvPicPr>
          <p:cNvPr id="17" name="VISUAL_03_s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31d33af7643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5993345D-3EC7-455A-8478-C8A46EA1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连接不能被视为“多余”，即使作业平台 尚未加载。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9991C-F661-470B-A415-391CA33C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4F13F4C-0B08-47FA-AD72-947807DD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7015229-9CAF-42DC-9C3F-21A84E33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2868e0bda42d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6800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C6F54-71DD-4A1C-A2B5-9F7A82BA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384F244-52C6-47A2-BEA4-130D302E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斜撑用于稳定架体平面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36BF3-302E-4DA3-B3BA-CA025186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斜撑应从脚手架搭设开始即安装，不得等到达到全部高度后再安装。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斜撑方向、数量和连接节点由具体系统方案规定。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弯曲、开裂或未固定的斜撑必须停用。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禁止为通行或传递材料而擅自拆除斜撑。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1C69F-251A-493B-BEDE-839970C4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0587E-0651-41CE-8250-BBCC5E63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DF59A50-F3A3-4FEB-AB28-4473A0AD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缺少斜撑可能导致架体节段失稳折叠。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61CB3-15D3-42F7-A079-57772AEF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DFCE2FB-06C9-46DD-B8AF-D0140761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967D9D1-904A-44AC-AA7D-218A0735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478c4dfdf4fc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151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8ABD6-38F0-464B-8E14-27169BB5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377AD43-9012-4206-BD75-04621346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根据图表进行结构紧固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B8323-426F-4FAC-ADC3-38976A07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锚栓类型、底座、装配和位置由设计和计算确定。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未经确认，不得将紧固件安装在脆弱或未知的材料上。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锚杆按顺序安装，保持自由区域的稳定性。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拆除过程中紧固件的拆除应按相反顺序进行，并且仅在各层被释放后进行。</a:t>
            </a:r>
          </a:p>
        </p:txBody>
      </p:sp>
      <p:pic>
        <p:nvPicPr>
          <p:cNvPr id="17" name="VISUAL_03_s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0d8552ffa4c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058888C5-D31B-45D8-A957-E832A20C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锚的强度是通过设计和基础来体现的，而不是通过其外观来体现。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87490-BE21-4080-BE4D-375296A4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CF19BA0-62F2-4C20-9321-B3A5CF72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3C2971E-C284-4498-9008-6ADD0401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b9296fe0e4c8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0316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18433-D738-4337-97CC-4C14B17A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515C976-F64B-41FC-9B8E-23EA33A6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负载受脚手架等级限制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ED254-C28A-4804-8437-18634F16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允许荷载应在设计文件、系统技术说明书或系统标识中注明。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应计入人员、材料、工具、托盘、临时装置以及送料时的动态影响。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材料应均匀分布，不得堆放在无防护的边缘附近。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荷载不明或超载时，必须卸载并检查。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7464B-4A80-4EEF-8D86-87128B72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731D2-3314-470E-A34C-04AE1B1F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1898C61-E7E5-4974-B76B-F87877CD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未经确认，旧负载值不会应用于此系统。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FF83D-5E44-4CC3-8C57-301698A1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F16BAD0-6E9D-49C1-B8A6-43070EDE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E08FE9E-9712-4F32-8B9C-5BF0B265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2896367b347d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8323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FB4D1-4CF4-4CF5-8EB7-D2ED2703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3_s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dbd55d09d46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E1153A4A-ED1A-4472-A161-A0622B45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90F73-D209-45E3-A6A2-F2EC4EDD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B78F148B-54B6-43F2-890D-F05B0152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作业平台，访问和安全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BC56D7EC-5535-4846-A4BC-3E101374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工作区域必须连续、有围栏且无需攀爬结构即可进入。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F6E04-B6FB-4561-AA78-3148B2C1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87F6626-9321-4488-9B2B-2BCAA0ED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8922EE0-D322-4BEC-B3B9-34DF15C8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28b8c29ba48d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6109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2A5A0-4D0C-4691-B660-B279BD60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F13AD8B-1892-4EB0-AA93-028B4460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作业平台 被选为系统元素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E7178-3517-4A2F-9020-BB9DAF1A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木板和金属甲板必须适合系统、跨度和负载。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损坏的板、变形的面板和锁松动的元件将被拒绝。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作业平台 按规定方向铺设在标准支架上。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不使用随机板和材料代替工作地板。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CF64F-5C37-4F06-B79E-730F88BE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373DB-C543-4293-A392-024FCF6B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235C43F-9FD8-447A-B8C1-4E21A557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作业平台 是一个承重元件，而不仅仅是一个行走的表面。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5AD32-3933-495A-89FF-D7A1B3A7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EF71762-0A1F-41C6-8449-381487BA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D61AAEC-3372-4CE7-8788-BDC5A967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ad80ce88c4b2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62896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0B217-1D77-4AFE-A534-3F4BAA71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D286AD9-C6AC-4DAB-9374-C90DC518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作业平台 防止移位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7B0E0-F736-4DA3-B783-DAB4E38C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面板和脚手板应使用规定的锁扣、止挡或指定方式固定。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间隙和搭接应按技术说明书和搭设方案确定。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洞口和临时拆除的区域必须立即设置防护。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移动材料后检查脚手板和防护栏是否发生移位。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0C181-D316-4EF3-9F1F-252BDCD3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4A79B-A707-4B4D-8C4B-BBBFB11E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19BA5F11-5AD5-4048-9BEA-887551DE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在人们进入之前检查地板的固定性。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C20B9-B602-4D45-BE1A-B9C32500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DF2822D-5176-42DE-8A44-7219E1B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D153E29-7EAD-4396-96C7-C56C29CD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32a90eaf24e2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1133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1090C-E509-4175-9B88-652E0F64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14A3E91-6483-4FEA-8A60-03657ED1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护栏防止从边缘掉落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07541-3FB0-406B-ABB9-C299865E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根据系统和设计安装扶手、中间元件和侧面防护装置。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工作平面和末端的围栏必须是连续的。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拆除的围栏元件立即用等效措施替换并恢复。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禁止站在扶手上或利用扶手攀爬。</a:t>
            </a:r>
          </a:p>
        </p:txBody>
      </p:sp>
      <p:pic>
        <p:nvPicPr>
          <p:cNvPr id="18" name="VISUAL_03_s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f90bdb97e45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48EBF9C4-909D-432E-9F27-3D9B32DA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集体保护同时适用于所有工人。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DF665-9253-4C5E-9053-A9FA3ED2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49B30B8F-92AF-43A3-8B2A-4685F7A7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规范：高处作业——第109号命令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506131C-DF1D-4B6E-BEE9-E40727C3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B59E25C-6323-4FA4-BF63-CE0066A8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b9d34ac3f470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17356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2291C-8369-4BD0-8497-2D84D33F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BB301EC-B661-4F99-9A64-B73F1A4C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访问与结构分开组织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1A790-6324-4BE7-99AC-C25187C4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使用提供的楼梯、楼梯或塔楼攀登各层。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请勿攀爬支架、柱子、外部或松动的元件。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进入和退出不应需要翻越没有受保护开口的栅栏。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舱口和平台上不得有任何材料。</a:t>
            </a:r>
          </a:p>
        </p:txBody>
      </p:sp>
      <p:pic>
        <p:nvPicPr>
          <p:cNvPr id="17" name="VISUAL_03_s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595ee123e4c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5AED8AF8-1686-41C7-B128-4E323004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安全作业平台就没用了。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ACC28-9B9E-4485-B9CF-78DEC6F4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8411EF2-7B3D-40A4-9B30-7212B868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E285CD9-7F59-4464-8C1F-CBA404EA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265710b8b4e8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368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60A14-F35C-4AB1-AC2F-3FDB9FDE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6186FE8-5B33-484D-9D5F-1A1C47F2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楼梯必须是解决方案的一部分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E0EE8-7DF4-43AD-B965-FE06B2EB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梯子的类型、角度、固定方式和出口位置由设计及脚手架技术文件确定。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使用前应检查踏步、梯梁、平台和锁定部件。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梯子不得被堵塞，也不得在同一通道内同时运送长件。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有缺陷的通道在修复前必须封闭。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0DEE9-0B18-49AC-9B07-BB98E7B4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314EB-D2E9-4021-B44F-85E8F47B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6B302C8A-A151-4CCE-BB33-C0F9D308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相互冲突的旧步数间隔不会作为通用规范继续使用。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EF6A9-DE3B-4141-A802-C49BBCAC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463BB82-CF14-4860-8BE1-F1B2746C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6C14FA0-79A8-4A28-AD33-40DE9BF7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ad84d7d34435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0693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4D345-DF3C-4CCA-A81C-C3293AD4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DDC5E99-146C-4EE7-A9E7-0E0A1920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物料与人员分开提升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7D213-FA6D-442E-9DB1-B5135D5F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使用规定的起吊辅助装置、盛装容器和接料位置。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清空载荷移动路线及下方区域，并事先统一传递载荷的指令。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工具和小零件应固定，防止坠落。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只有能够保持安全抓握和可靠支撑时，才允许在梯子上搬运载荷。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10C9F-BE75-48D7-A663-E2607065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FD0A1-F008-4095-B518-00300AFC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7CC6240-FEB2-4499-B528-543B6F45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工人的手放在梯子上主要是为了安全上升。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39592-0189-4B3F-9013-4F5E3124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3C991FA-E557-4279-AF54-AC150B41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A1BDA53-C2CE-4C5E-BA39-CA8C07E2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147d724bef487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737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E3E69-9EC9-4A09-91C9-C10C400E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BB928BD-401F-453A-878D-4E8A2A36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先行集体保护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77463-2098-4D98-8B2B-1C2FBAC7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规划安装，以便尽早出现围栏和保护区。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防坠落系统 用于无法通过集体行动消除风险 的情况。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安装下一层时，安装方法必须保护工人。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只有通过受控替代方案才允许取消保护。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C749D-39F0-4BB2-8F28-B530DAB1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23B2C-29A0-401E-A658-3A5157A0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241E0B2-5845-45EA-8BF2-48C80D3E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首要任务是防止跌倒，而不仅仅是阻止跌倒。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4B7A3-4823-4ECC-9618-9C9A4BF8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D26D0282-F64A-44FD-9728-1D5B5ACB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规范：高处作业——第109号命令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2A9AD45-150E-440B-AD31-B6D91F28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BA3DA0A-E6FB-401B-A540-240786A4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920f16378459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0267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07301-8996-4206-961D-7C50C50C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799D6B4-A162-41C5-93BC-9F5FBAC1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防坠落系统需要足够的坠落净空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DFFA3-5924-4A19-A894-36D40C55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使用适合任务和工作场所条件的兼容系统。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锚点由负责人选择并确认其适用性。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考虑连接子系统的长度、减震器开口和净空高度。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使用前对部件进行检查；损坏的将停止使用。</a:t>
            </a:r>
          </a:p>
        </p:txBody>
      </p:sp>
      <p:pic>
        <p:nvPicPr>
          <p:cNvPr id="18" name="VISUAL_03_s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f7d90dcc14b5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C19E0F9-D440-42DB-971B-505EEA20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随意挂接在最近的构件上并不能提供可靠的防坠落保护。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BBD2C-4FEC-472E-9C34-86AE09C6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839BA60-81A3-444F-9500-1444A389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规范：高处作业——第109号命令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CB584B8-938A-49BB-966E-732F3D69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FFBA224-275A-47DD-B15E-4037FD25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e33022d4d413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11436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76CF8-29CC-4E06-A6D1-FCD8A459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5905877-D1A0-44DD-892D-F5702BC8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防止物体坠落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FEEAA-5A5F-48EF-BF8D-754F5094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安装侧面元件、防护网或其他规定措施。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工具已固定，小部件存放在密闭容器中。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材料边缘未折叠或掉落。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维护下方的危险区域直至工作和清洁完成。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8CB79-185F-45F6-8ECA-104B9ED0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C2883-86A2-45E9-939C-4D50D808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FAE8F181-2C00-41CF-B270-23B89F0F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安全帽可以减轻伤害的严重程度，但不能代替防止物体坠落。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8F56A-AAB3-41A0-9E74-7616C122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01D625B-32DA-4235-975A-4DFD66A5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28F4E9A-20E7-45B3-BFAE-AFFB6252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a5f2afc2b408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75306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CD8E0-C7FF-4940-BBB9-F5C21291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A2B1782-3E63-4EBD-8DAC-14C39162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电气装置改变安装条件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E3CF8-6468-4665-8482-85AF35B3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工作前，识别线路、电缆、带电部件和可能的感应电压。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危险距离和防护措施由许可证和负责人确定。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如果没有受控模式，金属元件不会移向电线。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如果线路或脚手架的位置发生变化，则需重复评估。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FD359-DD59-441B-ABC2-C2A42554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4F01B-6962-4C0D-82B5-2CF554DE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0FC4A84-A13D-4A6B-B494-387A7E03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无法确定眼睛疲劳的安全距离。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4B00C-FC6E-48A5-88C8-51E370BF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8EC7EDF-FD14-4543-B7C4-764AAED7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规范：高处作业——第109号命令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EF53B7E-B9E1-4AD8-9D8C-1B5FDC31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89C448C-14C1-471A-87D4-13007074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1e2f2e7ee488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769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F4DBF-C265-4623-85FB-BF52EB2C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C374B5B-9C85-4FC9-93C8-DD7EB98D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天气可能需要停止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5C676-0804-44D2-A557-185F3AAE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64E87-9A27-42AE-80C2-7CEB031A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50CE5-8AE5-42D6-A96D-765F4AF5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DAFCF-1F87-45DB-84B6-E503EE09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风、雷暴、降水、结冰、高温和能见度差会影响人体的稳定性和表现。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根据项目、系统通行证和当地指令接受限制条件。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恶劣天气过后，检查底座、紧固件、作业平台 和保护元件。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工作不会仅仅因为降雨结束而恢复。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071E9-4065-4E2F-ACED-3BD81862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未经验证的通用风速不能替代特定系统的要求。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482F4-9E14-4862-AF7F-617F3F13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5A63BFF-55D9-49FF-9DA6-B8BCA5AE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D02BDD7-E2B6-4ECB-B90D-AA2D8214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b068d07e74fb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6" name="STOP_SIGN">
            <a:extLst xmlns:a="http://schemas.openxmlformats.org/drawingml/2006/main">
              <a:ext uri="{FF2B5EF4-FFF2-40B4-BE49-F238E27FC236}">
                <a16:creationId xmlns:a16="http://schemas.microsoft.com/office/drawing/2014/main" id="{4066A321-DACE-40A0-AFB5-152562AB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停止</a:t>
            </a:r>
          </a:p>
        </p:txBody>
      </p:sp>
    </p:spTree>
    <p:extLst>
      <p:ext uri="{BB962C8B-B14F-4D97-AF65-F5344CB8AC3E}">
        <p14:creationId xmlns:p14="http://schemas.microsoft.com/office/powerpoint/2010/main" val="106515685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B9B3A-289C-40F3-AB9B-DA2159C2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EBFCD29A-E5D5-4C71-BBB2-5AC97AA5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557AC-FD06-4882-88BA-DC8DB60C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CF66F114-3C77-402A-8201-DEDB34D9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287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检查与操作</a:t>
            </a:r>
          </a:p>
        </p:txBody>
      </p:sp>
      <p:sp>
        <p:nvSpPr>
          <p:cNvPr id="5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8FBB5B49-6ACD-41D7-B320-AFFA8280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953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脚手架经检查后方可使用，如有变更需重新检查。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EC720-DDEF-4F98-869B-FA5D52FF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9B159AA-4E3E-43C8-9132-77BE0EDB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FFF6FFE-CE97-42C6-B5D0-2A15E482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2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e9323830e42a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4947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D22A2B-7BA0-4BEB-99CD-F81F4059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5C3B7E0-6F6A-4320-890E-0C891870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测试覆盖整个系统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76F82-3B85-4F84-B4A5-BFD0209E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85F03-085D-487C-B29B-15CE21BD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8EB6F5E9-4A68-4793-9239-3BCA8BBE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280495B3-F2B0-4ED9-A958-C84366ED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底座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0B230CB2-EEB1-4C6C-B276-724FB203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沉降、垫层、基础、水和土壤状况。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79293-27F6-4D37-B9F7-82701834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C1CC2CF2-8E78-42BA-A6D2-7B18C5A6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B7BD0F40-901F-4E21-A792-3E5D2898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设计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7B8F74A7-9188-4925-9C02-679BC82E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立杆、纵向水平杆、拉结件、斜撑、锁扣和锚固件。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2CA4A-4220-4EDD-A9F9-A9504272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6B17A2B4-0AFB-4507-A2AA-2221A709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0F7AD961-05B1-445D-B6F9-353AAEA7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工作层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8EEC5052-6E6E-41DF-895F-33D80DE4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作业平台，障碍物、通道、舱口和物体保护。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9B3FF-1B95-4B9C-8D99-129D8B68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9C8B7280-DCE7-491D-BA29-8D7B6904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824F384A-36C8-4718-9730-0DA2F831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状态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E8382BEE-5936-47CB-8DF9-8ACAAB11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检验结果的装载、限制、标记和记录。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03038C-900F-440B-AC21-FA617D04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6154D-F647-41F4-B7CD-064BC4EE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60FF910-85A1-46F9-9A56-06F45ED9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测试一层并不能确认整个系统的安全性。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706116-DA7F-4FF8-9FD2-3489CA37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4FF3114-2916-4A8B-ACE1-86E76413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763B3BE-A190-4E3E-AEF7-79743DE9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0980eb8c749a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17915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A4BDE-BBC6-468B-AF94-AE185F67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D4A464B-32BA-44B0-ABD5-FBAAEE6E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变更后需重新检验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19EFE-BAA8-4E19-BC60-904E205C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安装后和首次允许操作前进行检查。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配置更改、损坏或冲击后需要重新检查。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不利的天气、沉降和长时间的休息也需要检查。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在确认安全之前，访问受到限制。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CA851-BDFE-4935-BD63-57BE5DAC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5460F-EDA9-4A33-A2BF-9A22E136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CB37DE1-3E9E-479C-BED0-FCED9074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条件发生重大变化后，原使用许可状态即失效。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23859-71EB-4C36-8A21-3D44B266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27BF64D-58B2-40E2-8F84-B3DCD768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6B6173E-B208-4F96-9F3D-4E2FF432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937853f954e8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24996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EEA3D-EABC-4CD1-9C40-9A692E42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481BBD0-61F6-4EA0-AB1B-C37674DA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标记显示当前状态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DA069-2DD2-4628-9667-79C73F34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入口处有明确的指示：允许、限制或禁止使用。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如果程序有规定，请注明负责人、检查日期和重要限制。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标签丢失或过期意味着需要澄清其状态。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用户不能独立更改标记。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4ED23-094E-45D5-A6D5-5875603C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4A970-EB75-4E08-A19D-DF7B52B6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781B4E16-29EF-4E2D-81BF-8527227E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没有本地图例的标签颜色不足以说明。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C4EEA-294E-43C7-A1AC-63506185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F89A65C-8AA4-41D5-A307-DE405A8A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2F34E30-5AE2-4FC4-B8DB-BE30179C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01217b5384d8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0171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124D9-5EC4-4ADE-94C2-F3550B96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EC4F481-59E4-4E44-8A94-F423E067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用户上班前检查脚手架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761FA-C9CB-4025-BC3A-1442A06F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确保清关状态有效并适用于正确的区域。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检查通道、作业平台、围栏、清洁度和可见损坏。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遵守负载限制和层用途。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立即报告任何被移除的物品、下沉、晃动或篡改。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41321-F08A-44BA-B9F6-FA447413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7FCA0-8A87-4CA7-8CDF-E9468927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15AA0BD4-9150-4653-A940-62CD4C80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每日用户审查是对正式审查的补充，但不能取代。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CA50D-D272-4673-86B1-41FF4120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33EF836-4DDA-44DD-84FB-EE1F6B97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A9594BF-3331-4A65-B910-434108E7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0be5a46154f3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5621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3DD7B-F61F-42E8-B194-B5BF31EB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AF3C7BD-DD51-4B39-9CAE-D26E3889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未经授权禁止更改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8E9DC-DBCD-46B3-BED4-5A6AE8AA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650FE-B858-456B-B7BA-FE75D0C1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5D54B-2765-47AB-B1B5-506B5260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24F35-4F68-4F8D-BB07-A7C3D6FD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不得为图方便而拆除拉结件、斜撑、锚固件、脚手板或防护栏。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不得使作业层超载，也不得在没有设计方案的情况下在脚手板上放置小型作业架或梯子。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未经确认，不得将起重葫芦、软管、横幅或设备固定在脚手架上。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状态不明或存在明显损坏的脚手架不得使用。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5B617-05EC-453F-A296-411AC5D4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任何负载或配置更改都需要批准和验证。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269B4-4F98-4FBE-9B8D-E6DF97C8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B747DDE-F52D-4D88-881C-0AFA15E6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AC70933-D4D6-4AE4-A205-34E176CD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896cda86342b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6" name="STOP_SIGN">
            <a:extLst xmlns:a="http://schemas.openxmlformats.org/drawingml/2006/main">
              <a:ext uri="{FF2B5EF4-FFF2-40B4-BE49-F238E27FC236}">
                <a16:creationId xmlns:a16="http://schemas.microsoft.com/office/drawing/2014/main" id="{1326E807-5104-4A9D-A827-FA89E029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停止</a:t>
            </a:r>
          </a:p>
        </p:txBody>
      </p:sp>
    </p:spTree>
    <p:extLst>
      <p:ext uri="{BB962C8B-B14F-4D97-AF65-F5344CB8AC3E}">
        <p14:creationId xmlns:p14="http://schemas.microsoft.com/office/powerpoint/2010/main" val="28354934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B01070-0F1B-4238-BA12-901B887D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6823F97-2781-4937-AC4E-EDD75A43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拆解是从上到下进行的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87EC8-D8DF-4B83-A20F-61345B30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ABE93-E59B-4AA5-B12B-8971793C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A1C34FC3-3F64-4F15-AB71-9B65D844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B1D60F56-496F-4CDA-BB25-F9763539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发布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D36EC6DD-DFD2-4C4C-B9FA-C52507BC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清除人员、材料、碎片和异物。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B0CBA-6352-4222-90AE-E6A73F0A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64EAC74E-ABA2-40A6-AE1B-51DB567E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5870A2D6-C2C4-418F-868B-118327B9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栅栏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EA2A8CB4-6193-4132-A03C-8AF357F1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恢复危险区域、信号和元素传输顺序。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EE879-90E6-45EC-9910-EB66EDC2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1C7C4F58-9AF4-40C1-82A7-D97B0C00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9D084C73-BACD-4D15-883A-D6BC86FB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拆机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D0D28D30-BA08-4EFB-AC13-012F8369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从上到下拆卸，保持连接和锚固，直到达到允许的阶段。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1B48C-2018-41F2-A5EC-43462FAE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DF846B45-3CB0-4CEE-BDF1-93E040E4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F3A8976E-DDC2-4358-92B8-1F299EB4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发送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AB532201-CDFA-405C-9CBC-5637E517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请勿投掷物品；可持续地检查、分类和存储。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FC811D-90EC-47DB-8C1D-F73570D9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7BC77-5DAB-4963-B439-13E06A95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30F083B8-09A1-413F-A531-88D02581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过早拆除系带或锚栓可能会导致剩余部分倒塌。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098FF9-8068-4C71-8163-BB9E3268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E2D0DFE-885E-4DCF-B7E7-E9A342BE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37B3F79-C554-401D-B1CD-CB5A4AAA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fd3bbf7ef4e1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16305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160E2-BFF6-4709-BE21-0D314B09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FBCA529-2783-4385-BB37-9701DA72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拆解后，元素已排序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06F5D-CE92-4AED-A576-0C8C0BBC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以不损坏锁、涂层和几何形状的方式清洁元件。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检查变形、裂纹、腐蚀、焊缝和完整性。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合适的元素按类型存储在稳定的站点上。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废品被标记并与可用材料物理分离。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333D0-0065-47AE-AD7D-216C53AF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9E68A-1D10-44F1-A4A2-99CF9175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66DB925-4A7E-431D-B4D6-46E27918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损坏的物品不会返回流通“直到下次维修”。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09FCD-E94B-4CBC-9613-65D81F7F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BC80491-E0C6-4D0A-A77D-E469E5A2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D37F2A8-9257-4D0C-B43F-F95374D6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710cdb349474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84302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C8B1F-D8E7-43E1-9025-3A743DA7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0BC0857-623B-4A0E-B123-0FA66B7B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木质元素：火风险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213F7-798E-4FEA-AAE7-92C9A599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清除易燃废物并避免堆积干木材和包装。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动火作业 附近仅执行所提供的措施和控制。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疏散路线和灭火设备通道保持畅通。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只有在条件和目的得到确认的情况下才考虑浸渍或涂层。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4D310-4F54-4908-B4CF-ABA35CAB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EC406-B1F5-4A71-A3C2-DA2F84DA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BCA341D-FE58-4469-8FA7-8AACC96C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木质作业平台 仅因旧涂层而不会变得不易燃。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6A63F-25EA-4754-8082-95CCD9BF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793FE48-8611-45B5-9C6C-185660AD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标准：消防安全规则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6E0A4C1-889D-43E4-9C08-1CD8E23A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0C3CAA6-87D1-4DDA-ABC5-7351F84C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c3147ec6f4c3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39200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D355A-B320-41DE-9E76-F136906C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C7459CE-70AA-42CD-B790-D05E7F3E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变形或下沉需要疏散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D7B39-00CF-493C-B16D-AEC61F0C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E3469-71F3-4362-AE27-809D1ADC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9EE47-3FAF-4A90-891A-3FEAB1BE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F82DE-57E6-4ACF-BDA3-BA39BB72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停止工作，警告人员，有序离开危险区域。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保护通道，不要尝试自行拉直负载结构。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通知主管和指定人员，描述变化的位置和迹象。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经检查、消除原因并重新批准后方可恢复工作。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63574-0683-424C-B71D-B8BEB474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摇晃、锁松动、开裂或下沉并非脚手架的正常“收缩”。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3A214-0BAC-432E-B68C-AF6DEC3A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AF53DB62-88CA-44C1-AC47-E557B3FE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规范：高处作业——第109号命令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42F17C4-43ED-41C4-8C3F-47D9B880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脚手架搭设作业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8F3B297-476D-4413-A416-D8425472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775b012a8476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76DAABE2-454C-4DA9-A198-0737440D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停止</a:t>
            </a:r>
          </a:p>
        </p:txBody>
      </p:sp>
    </p:spTree>
    <p:extLst>
      <p:ext uri="{BB962C8B-B14F-4D97-AF65-F5344CB8AC3E}">
        <p14:creationId xmlns:p14="http://schemas.microsoft.com/office/powerpoint/2010/main" val="120483846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09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ECKLIST_TITLE">
            <a:extLst xmlns:a="http://schemas.openxmlformats.org/drawingml/2006/main">
              <a:ext uri="{FF2B5EF4-FFF2-40B4-BE49-F238E27FC236}">
                <a16:creationId xmlns:a16="http://schemas.microsoft.com/office/drawing/2014/main" id="{7D833802-A69D-4129-BA28-6DB4E9CC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脚手架搭设人员最终检查表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FDAE8-C3D8-48DF-8169-42379FA6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B65BD-66EE-4880-ABC4-AF7854B4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87121-091E-43F2-80A0-6A5C573D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已具备设计文件、系统技术说明书、指定职责和安全区域。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95D86-C0EF-4D84-9FEC-08516A29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7C7D2-FFD8-410F-B534-B81C18CF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217D2-4BDA-4EB6-9336-F0CC5A19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底座、底座、几何形状、连接和紧固件与图表相对应。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25DE9-5EE0-44EB-BEAC-B0527D92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FE36B-A980-43BC-B324-A331DC0D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4A45F-A436-4C21-8821-EFF4CFE0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作业平台，围栏、访问和对象保护完成。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98085-ED24-4E7B-B6CA-E760F58D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8BD2A-EEF6-4588-A16A-F329899C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A8DE3-D9B1-47EF-A2F7-9C15C994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使用许可状态有效，并持续监控荷载和天气。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1D55E-105E-4684-A9CC-E6CEA59A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8FAFF-7B4F-47EC-AA83-255085E3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8622A-4AD2-4DE7-9C14-8E6FFE45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如果发生改变、损坏或有疑问，工作将停止。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3403D9-3CC1-4BD0-AF3A-9EE417A3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点击“开始测试”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C8B83-112D-4F29-95FA-5E7172B0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57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更新日期：2026 年 8 月 21 日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5356f436e4c6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96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2026-09-01T18:06:51.9160000Z</dcterms:created>
  <dcterms:modified xsi:type="dcterms:W3CDTF">2026-09-01T18:06:51.9160000Z</dcterms:modified>
</coreProperties>
</file>
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607130f7b46c5" /><Relationship Type="http://schemas.openxmlformats.org/officeDocument/2006/relationships/extended-properties" Target="/docProps/app.xml" Id="R0fdc0b6f55be4962" /><Relationship Type="http://schemas.openxmlformats.org/officeDocument/2006/relationships/officeDocument" Target="/ppt/presentation.xml" Id="Rb59c582a93c6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3fc037d314d4f"/>
    <p:sldMasterId xmlns:r="http://schemas.openxmlformats.org/officeDocument/2006/relationships" id="2147483650" r:id="R419f021161344a68"/>
  </p:sldMasterIdLst>
  <p:notesMasterIdLst>
    <p:notesMasterId xmlns:r="http://schemas.openxmlformats.org/officeDocument/2006/relationships" r:id="R76bc9f6ee2c946a5"/>
  </p:notesMasterIdLst>
  <p:sldIdLst>
    <p:sldId xmlns:r="http://schemas.openxmlformats.org/officeDocument/2006/relationships" id="256" r:id="Racf21f387bd84fb4"/>
    <p:sldId xmlns:r="http://schemas.openxmlformats.org/officeDocument/2006/relationships" id="257" r:id="R2e39283b74014ab1"/>
    <p:sldId xmlns:r="http://schemas.openxmlformats.org/officeDocument/2006/relationships" id="258" r:id="R59ce8ced66084523"/>
    <p:sldId xmlns:r="http://schemas.openxmlformats.org/officeDocument/2006/relationships" id="259" r:id="Rf14d3fe58f8b4188"/>
    <p:sldId xmlns:r="http://schemas.openxmlformats.org/officeDocument/2006/relationships" id="260" r:id="R1fb5514795174196"/>
    <p:sldId xmlns:r="http://schemas.openxmlformats.org/officeDocument/2006/relationships" id="261" r:id="R12da12363ccb4335"/>
    <p:sldId xmlns:r="http://schemas.openxmlformats.org/officeDocument/2006/relationships" id="262" r:id="Ra970a93351734139"/>
    <p:sldId xmlns:r="http://schemas.openxmlformats.org/officeDocument/2006/relationships" id="263" r:id="R28fe62594956427a"/>
    <p:sldId xmlns:r="http://schemas.openxmlformats.org/officeDocument/2006/relationships" id="264" r:id="R2d85d9ecd97f4962"/>
    <p:sldId xmlns:r="http://schemas.openxmlformats.org/officeDocument/2006/relationships" id="265" r:id="R4b41efc18d5f4e76"/>
    <p:sldId xmlns:r="http://schemas.openxmlformats.org/officeDocument/2006/relationships" id="266" r:id="R8456e20190e64f90"/>
    <p:sldId xmlns:r="http://schemas.openxmlformats.org/officeDocument/2006/relationships" id="267" r:id="Rc234fa902acd4f78"/>
    <p:sldId xmlns:r="http://schemas.openxmlformats.org/officeDocument/2006/relationships" id="268" r:id="Rcdf3f8937da14b08"/>
    <p:sldId xmlns:r="http://schemas.openxmlformats.org/officeDocument/2006/relationships" id="269" r:id="R1128fbbdf4ec4640"/>
    <p:sldId xmlns:r="http://schemas.openxmlformats.org/officeDocument/2006/relationships" id="270" r:id="R5b9a9caccaac41cf"/>
    <p:sldId xmlns:r="http://schemas.openxmlformats.org/officeDocument/2006/relationships" id="271" r:id="R15a8b726ea9a4f01"/>
    <p:sldId xmlns:r="http://schemas.openxmlformats.org/officeDocument/2006/relationships" id="272" r:id="Red420f4593f84dce"/>
    <p:sldId xmlns:r="http://schemas.openxmlformats.org/officeDocument/2006/relationships" id="273" r:id="R4cba789f21d84617"/>
    <p:sldId xmlns:r="http://schemas.openxmlformats.org/officeDocument/2006/relationships" id="274" r:id="Rc487638758844bed"/>
    <p:sldId xmlns:r="http://schemas.openxmlformats.org/officeDocument/2006/relationships" id="275" r:id="R2c0e137c154c497a"/>
    <p:sldId xmlns:r="http://schemas.openxmlformats.org/officeDocument/2006/relationships" id="276" r:id="R04e774e26a0946eb"/>
    <p:sldId xmlns:r="http://schemas.openxmlformats.org/officeDocument/2006/relationships" id="277" r:id="Rad94d7d389b84d25"/>
    <p:sldId xmlns:r="http://schemas.openxmlformats.org/officeDocument/2006/relationships" id="278" r:id="Rac4766d64c3940b0"/>
    <p:sldId xmlns:r="http://schemas.openxmlformats.org/officeDocument/2006/relationships" id="279" r:id="Ra8eb3f2459924d11"/>
    <p:sldId xmlns:r="http://schemas.openxmlformats.org/officeDocument/2006/relationships" id="280" r:id="Ra842b7bd0d2c45f6"/>
    <p:sldId xmlns:r="http://schemas.openxmlformats.org/officeDocument/2006/relationships" id="281" r:id="R2e3acb80964b4505"/>
    <p:sldId xmlns:r="http://schemas.openxmlformats.org/officeDocument/2006/relationships" id="282" r:id="Rae177587fe594ce0"/>
    <p:sldId xmlns:r="http://schemas.openxmlformats.org/officeDocument/2006/relationships" id="283" r:id="Rc4c1d3d8082749a5"/>
    <p:sldId xmlns:r="http://schemas.openxmlformats.org/officeDocument/2006/relationships" id="284" r:id="R78aa14f9ea2a472f"/>
    <p:sldId xmlns:r="http://schemas.openxmlformats.org/officeDocument/2006/relationships" id="285" r:id="R3dad792ab7ca4b98"/>
    <p:sldId xmlns:r="http://schemas.openxmlformats.org/officeDocument/2006/relationships" id="286" r:id="Rc736a2a2dae747dc"/>
    <p:sldId xmlns:r="http://schemas.openxmlformats.org/officeDocument/2006/relationships" id="287" r:id="R19191c3e9bbd4039"/>
    <p:sldId xmlns:r="http://schemas.openxmlformats.org/officeDocument/2006/relationships" id="288" r:id="R8bba71209b9242be"/>
    <p:sldId xmlns:r="http://schemas.openxmlformats.org/officeDocument/2006/relationships" id="289" r:id="R51fe00c26c62414f"/>
    <p:sldId xmlns:r="http://schemas.openxmlformats.org/officeDocument/2006/relationships" id="290" r:id="Rd70b22bc4fbd44da"/>
    <p:sldId xmlns:r="http://schemas.openxmlformats.org/officeDocument/2006/relationships" id="291" r:id="R8a642f4435814249"/>
    <p:sldId xmlns:r="http://schemas.openxmlformats.org/officeDocument/2006/relationships" id="292" r:id="R7896f09e750f4030"/>
    <p:sldId xmlns:r="http://schemas.openxmlformats.org/officeDocument/2006/relationships" id="293" r:id="R7432f6fa9de444ab"/>
    <p:sldId xmlns:r="http://schemas.openxmlformats.org/officeDocument/2006/relationships" id="294" r:id="R576077f3a83a4c39"/>
    <p:sldId xmlns:r="http://schemas.openxmlformats.org/officeDocument/2006/relationships" id="295" r:id="R01d9453b81504cf9"/>
    <p:sldId xmlns:r="http://schemas.openxmlformats.org/officeDocument/2006/relationships" id="296" r:id="R10fe33bbb226411c"/>
    <p:sldId xmlns:r="http://schemas.openxmlformats.org/officeDocument/2006/relationships" id="297" r:id="R1d22c3fd3d2844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c9e19b2d0d4229" /><Relationship Type="http://schemas.openxmlformats.org/officeDocument/2006/relationships/slideMaster" Target="/ppt/slideMasters/slideMaster1.xml" Id="R5bf3fc037d314d4f" /><Relationship Type="http://schemas.openxmlformats.org/officeDocument/2006/relationships/slideMaster" Target="/ppt/slideMasters/slideMaster2.xml" Id="R419f021161344a68" /><Relationship Type="http://schemas.openxmlformats.org/officeDocument/2006/relationships/notesMaster" Target="/ppt/notesMasters/notesMaster1.xml" Id="R76bc9f6ee2c946a5" /><Relationship Type="http://schemas.openxmlformats.org/officeDocument/2006/relationships/presProps" Target="/ppt/presProps.xml" Id="R650b83fe61bd437a" /><Relationship Type="http://schemas.openxmlformats.org/officeDocument/2006/relationships/tableStyles" Target="/ppt/tableStyles.xml" Id="R8840c5021e6747f4" /><Relationship Type="http://schemas.openxmlformats.org/officeDocument/2006/relationships/slide" Target="/ppt/slides/slide1.xml" Id="Racf21f387bd84fb4" /><Relationship Type="http://schemas.openxmlformats.org/officeDocument/2006/relationships/slide" Target="/ppt/slides/slide2.xml" Id="R2e39283b74014ab1" /><Relationship Type="http://schemas.openxmlformats.org/officeDocument/2006/relationships/slide" Target="/ppt/slides/slide3.xml" Id="R59ce8ced66084523" /><Relationship Type="http://schemas.openxmlformats.org/officeDocument/2006/relationships/slide" Target="/ppt/slides/slide4.xml" Id="Rf14d3fe58f8b4188" /><Relationship Type="http://schemas.openxmlformats.org/officeDocument/2006/relationships/slide" Target="/ppt/slides/slide5.xml" Id="R1fb5514795174196" /><Relationship Type="http://schemas.openxmlformats.org/officeDocument/2006/relationships/slide" Target="/ppt/slides/slide6.xml" Id="R12da12363ccb4335" /><Relationship Type="http://schemas.openxmlformats.org/officeDocument/2006/relationships/slide" Target="/ppt/slides/slide7.xml" Id="Ra970a93351734139" /><Relationship Type="http://schemas.openxmlformats.org/officeDocument/2006/relationships/slide" Target="/ppt/slides/slide8.xml" Id="R28fe62594956427a" /><Relationship Type="http://schemas.openxmlformats.org/officeDocument/2006/relationships/slide" Target="/ppt/slides/slide9.xml" Id="R2d85d9ecd97f4962" /><Relationship Type="http://schemas.openxmlformats.org/officeDocument/2006/relationships/slide" Target="/ppt/slides/slide10.xml" Id="R4b41efc18d5f4e76" /><Relationship Type="http://schemas.openxmlformats.org/officeDocument/2006/relationships/slide" Target="/ppt/slides/slide11.xml" Id="R8456e20190e64f90" /><Relationship Type="http://schemas.openxmlformats.org/officeDocument/2006/relationships/slide" Target="/ppt/slides/slide12.xml" Id="Rc234fa902acd4f78" /><Relationship Type="http://schemas.openxmlformats.org/officeDocument/2006/relationships/slide" Target="/ppt/slides/slide13.xml" Id="Rcdf3f8937da14b08" /><Relationship Type="http://schemas.openxmlformats.org/officeDocument/2006/relationships/slide" Target="/ppt/slides/slide14.xml" Id="R1128fbbdf4ec4640" /><Relationship Type="http://schemas.openxmlformats.org/officeDocument/2006/relationships/slide" Target="/ppt/slides/slide15.xml" Id="R5b9a9caccaac41cf" /><Relationship Type="http://schemas.openxmlformats.org/officeDocument/2006/relationships/slide" Target="/ppt/slides/slide16.xml" Id="R15a8b726ea9a4f01" /><Relationship Type="http://schemas.openxmlformats.org/officeDocument/2006/relationships/slide" Target="/ppt/slides/slide17.xml" Id="Red420f4593f84dce" /><Relationship Type="http://schemas.openxmlformats.org/officeDocument/2006/relationships/slide" Target="/ppt/slides/slide18.xml" Id="R4cba789f21d84617" /><Relationship Type="http://schemas.openxmlformats.org/officeDocument/2006/relationships/slide" Target="/ppt/slides/slide19.xml" Id="Rc487638758844bed" /><Relationship Type="http://schemas.openxmlformats.org/officeDocument/2006/relationships/slide" Target="/ppt/slides/slide20.xml" Id="R2c0e137c154c497a" /><Relationship Type="http://schemas.openxmlformats.org/officeDocument/2006/relationships/slide" Target="/ppt/slides/slide21.xml" Id="R04e774e26a0946eb" /><Relationship Type="http://schemas.openxmlformats.org/officeDocument/2006/relationships/slide" Target="/ppt/slides/slide22.xml" Id="Rad94d7d389b84d25" /><Relationship Type="http://schemas.openxmlformats.org/officeDocument/2006/relationships/slide" Target="/ppt/slides/slide23.xml" Id="Rac4766d64c3940b0" /><Relationship Type="http://schemas.openxmlformats.org/officeDocument/2006/relationships/slide" Target="/ppt/slides/slide24.xml" Id="Ra8eb3f2459924d11" /><Relationship Type="http://schemas.openxmlformats.org/officeDocument/2006/relationships/slide" Target="/ppt/slides/slide25.xml" Id="Ra842b7bd0d2c45f6" /><Relationship Type="http://schemas.openxmlformats.org/officeDocument/2006/relationships/slide" Target="/ppt/slides/slide26.xml" Id="R2e3acb80964b4505" /><Relationship Type="http://schemas.openxmlformats.org/officeDocument/2006/relationships/slide" Target="/ppt/slides/slide27.xml" Id="Rae177587fe594ce0" /><Relationship Type="http://schemas.openxmlformats.org/officeDocument/2006/relationships/slide" Target="/ppt/slides/slide28.xml" Id="Rc4c1d3d8082749a5" /><Relationship Type="http://schemas.openxmlformats.org/officeDocument/2006/relationships/slide" Target="/ppt/slides/slide29.xml" Id="R78aa14f9ea2a472f" /><Relationship Type="http://schemas.openxmlformats.org/officeDocument/2006/relationships/slide" Target="/ppt/slides/slide30.xml" Id="R3dad792ab7ca4b98" /><Relationship Type="http://schemas.openxmlformats.org/officeDocument/2006/relationships/slide" Target="/ppt/slides/slide31.xml" Id="Rc736a2a2dae747dc" /><Relationship Type="http://schemas.openxmlformats.org/officeDocument/2006/relationships/slide" Target="/ppt/slides/slide32.xml" Id="R19191c3e9bbd4039" /><Relationship Type="http://schemas.openxmlformats.org/officeDocument/2006/relationships/slide" Target="/ppt/slides/slide33.xml" Id="R8bba71209b9242be" /><Relationship Type="http://schemas.openxmlformats.org/officeDocument/2006/relationships/slide" Target="/ppt/slides/slide34.xml" Id="R51fe00c26c62414f" /><Relationship Type="http://schemas.openxmlformats.org/officeDocument/2006/relationships/slide" Target="/ppt/slides/slide35.xml" Id="Rd70b22bc4fbd44da" /><Relationship Type="http://schemas.openxmlformats.org/officeDocument/2006/relationships/slide" Target="/ppt/slides/slide36.xml" Id="R8a642f4435814249" /><Relationship Type="http://schemas.openxmlformats.org/officeDocument/2006/relationships/slide" Target="/ppt/slides/slide37.xml" Id="R7896f09e750f4030" /><Relationship Type="http://schemas.openxmlformats.org/officeDocument/2006/relationships/slide" Target="/ppt/slides/slide38.xml" Id="R7432f6fa9de444ab" /><Relationship Type="http://schemas.openxmlformats.org/officeDocument/2006/relationships/slide" Target="/ppt/slides/slide39.xml" Id="R576077f3a83a4c39" /><Relationship Type="http://schemas.openxmlformats.org/officeDocument/2006/relationships/slide" Target="/ppt/slides/slide40.xml" Id="R01d9453b81504cf9" /><Relationship Type="http://schemas.openxmlformats.org/officeDocument/2006/relationships/slide" Target="/ppt/slides/slide41.xml" Id="R10fe33bbb226411c" /><Relationship Type="http://schemas.openxmlformats.org/officeDocument/2006/relationships/slide" Target="/ppt/slides/slide42.xml" Id="R1d22c3fd3d28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4befc73a2ff43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dfb4bd76164f17" /><Relationship Type="http://schemas.openxmlformats.org/officeDocument/2006/relationships/notesMaster" Target="/ppt/notesMasters/notesMaster1.xml" Id="R8ca19f86d1f64d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96ba4aa1b4c29" /><Relationship Type="http://schemas.openxmlformats.org/officeDocument/2006/relationships/notesMaster" Target="/ppt/notesMasters/notesMaster1.xml" Id="R692431cd09f24e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08834ffc24d4b" /><Relationship Type="http://schemas.openxmlformats.org/officeDocument/2006/relationships/notesMaster" Target="/ppt/notesMasters/notesMaster1.xml" Id="Rce82fc64e0c3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3c160cb51944c0" /><Relationship Type="http://schemas.openxmlformats.org/officeDocument/2006/relationships/notesMaster" Target="/ppt/notesMasters/notesMaster1.xml" Id="R48db7706689a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3a803ead84fa4" /><Relationship Type="http://schemas.openxmlformats.org/officeDocument/2006/relationships/notesMaster" Target="/ppt/notesMasters/notesMaster1.xml" Id="Rba10d8ec53cc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d55dc95d94da8" /><Relationship Type="http://schemas.openxmlformats.org/officeDocument/2006/relationships/notesMaster" Target="/ppt/notesMasters/notesMaster1.xml" Id="Rd02c663fd8dc4a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517eb1f98e4717" /><Relationship Type="http://schemas.openxmlformats.org/officeDocument/2006/relationships/notesMaster" Target="/ppt/notesMasters/notesMaster1.xml" Id="R6c250bc7f0a8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aacad4b20b426d" /><Relationship Type="http://schemas.openxmlformats.org/officeDocument/2006/relationships/notesMaster" Target="/ppt/notesMasters/notesMaster1.xml" Id="R45cb0df1b099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7fa708b3a481c" /><Relationship Type="http://schemas.openxmlformats.org/officeDocument/2006/relationships/notesMaster" Target="/ppt/notesMasters/notesMaster1.xml" Id="R9695f969587a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f1c894e86749a7" /><Relationship Type="http://schemas.openxmlformats.org/officeDocument/2006/relationships/notesMaster" Target="/ppt/notesMasters/notesMaster1.xml" Id="Rca2029430ffb4a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05426adbe24842" /><Relationship Type="http://schemas.openxmlformats.org/officeDocument/2006/relationships/notesMaster" Target="/ppt/notesMasters/notesMaster1.xml" Id="Rdde0f6ae1c0e4b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a5e71d7bea47c7" /><Relationship Type="http://schemas.openxmlformats.org/officeDocument/2006/relationships/notesMaster" Target="/ppt/notesMasters/notesMaster1.xml" Id="R5a26bc1a56224b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78e63a0ab244ed" /><Relationship Type="http://schemas.openxmlformats.org/officeDocument/2006/relationships/notesMaster" Target="/ppt/notesMasters/notesMaster1.xml" Id="Rb9c9b351b2ed44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8de513683348f6" /><Relationship Type="http://schemas.openxmlformats.org/officeDocument/2006/relationships/notesMaster" Target="/ppt/notesMasters/notesMaster1.xml" Id="R843cfc372cc7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81ca08ccc54901" /><Relationship Type="http://schemas.openxmlformats.org/officeDocument/2006/relationships/notesMaster" Target="/ppt/notesMasters/notesMaster1.xml" Id="R3d3e0556c6194e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017dca8b8f4813" /><Relationship Type="http://schemas.openxmlformats.org/officeDocument/2006/relationships/notesMaster" Target="/ppt/notesMasters/notesMaster1.xml" Id="R288e3c5a92234a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3e0bb028ce4f6a" /><Relationship Type="http://schemas.openxmlformats.org/officeDocument/2006/relationships/notesMaster" Target="/ppt/notesMasters/notesMaster1.xml" Id="R94f593919a784d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9034632cf04118" /><Relationship Type="http://schemas.openxmlformats.org/officeDocument/2006/relationships/notesMaster" Target="/ppt/notesMasters/notesMaster1.xml" Id="R614091bebd164a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6adeec9228495e" /><Relationship Type="http://schemas.openxmlformats.org/officeDocument/2006/relationships/notesMaster" Target="/ppt/notesMasters/notesMaster1.xml" Id="R4bdc5f29c75740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3d88fbef644258" /><Relationship Type="http://schemas.openxmlformats.org/officeDocument/2006/relationships/notesMaster" Target="/ppt/notesMasters/notesMaster1.xml" Id="R9342367200d14c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86dab22b2d4f7d" /><Relationship Type="http://schemas.openxmlformats.org/officeDocument/2006/relationships/notesMaster" Target="/ppt/notesMasters/notesMaster1.xml" Id="R76424d76746842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b6b7f690db4062" /><Relationship Type="http://schemas.openxmlformats.org/officeDocument/2006/relationships/notesMaster" Target="/ppt/notesMasters/notesMaster1.xml" Id="R6b452bddfacc46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b7ac73745e486c" /><Relationship Type="http://schemas.openxmlformats.org/officeDocument/2006/relationships/notesMaster" Target="/ppt/notesMasters/notesMaster1.xml" Id="R7e296621da7c41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86a8b1995b4731" /><Relationship Type="http://schemas.openxmlformats.org/officeDocument/2006/relationships/notesMaster" Target="/ppt/notesMasters/notesMaster1.xml" Id="Rb8cd886baa0c44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ef0e03575243c3" /><Relationship Type="http://schemas.openxmlformats.org/officeDocument/2006/relationships/notesMaster" Target="/ppt/notesMasters/notesMaster1.xml" Id="R77fa1147228048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37109249204f85" /><Relationship Type="http://schemas.openxmlformats.org/officeDocument/2006/relationships/notesMaster" Target="/ppt/notesMasters/notesMaster1.xml" Id="R873fc51af7fa45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4c0531fdd943d2" /><Relationship Type="http://schemas.openxmlformats.org/officeDocument/2006/relationships/notesMaster" Target="/ppt/notesMasters/notesMaster1.xml" Id="R0e5d645cd14a4b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ea48ea21974b6f" /><Relationship Type="http://schemas.openxmlformats.org/officeDocument/2006/relationships/notesMaster" Target="/ppt/notesMasters/notesMaster1.xml" Id="Rd8ae7af686624fe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6df34da7554ea8" /><Relationship Type="http://schemas.openxmlformats.org/officeDocument/2006/relationships/notesMaster" Target="/ppt/notesMasters/notesMaster1.xml" Id="Rdffd7e291496494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70e015a411d4740" /><Relationship Type="http://schemas.openxmlformats.org/officeDocument/2006/relationships/notesMaster" Target="/ppt/notesMasters/notesMaster1.xml" Id="R1598a06591b54d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469ea744a446f9" /><Relationship Type="http://schemas.openxmlformats.org/officeDocument/2006/relationships/notesMaster" Target="/ppt/notesMasters/notesMaster1.xml" Id="R50bfaa791bac47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ba1e9af4934758" /><Relationship Type="http://schemas.openxmlformats.org/officeDocument/2006/relationships/notesMaster" Target="/ppt/notesMasters/notesMaster1.xml" Id="Ra71c6354c53245f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bc48caa77b546e7" /><Relationship Type="http://schemas.openxmlformats.org/officeDocument/2006/relationships/notesMaster" Target="/ppt/notesMasters/notesMaster1.xml" Id="Ra3aa6aa3fe6a484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eb0ee6ba3ff4e32" /><Relationship Type="http://schemas.openxmlformats.org/officeDocument/2006/relationships/notesMaster" Target="/ppt/notesMasters/notesMaster1.xml" Id="Rf116827a0e554e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0936e08e6c34705" /><Relationship Type="http://schemas.openxmlformats.org/officeDocument/2006/relationships/notesMaster" Target="/ppt/notesMasters/notesMaster1.xml" Id="Rf860fd6cafa246f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077a933e1b748cb" /><Relationship Type="http://schemas.openxmlformats.org/officeDocument/2006/relationships/notesMaster" Target="/ppt/notesMasters/notesMaster1.xml" Id="Ref4d2e78bf65476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0ea066c3928484a" /><Relationship Type="http://schemas.openxmlformats.org/officeDocument/2006/relationships/notesMaster" Target="/ppt/notesMasters/notesMaster1.xml" Id="R5aa1fdc3bb29476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f801dca4594ea9" /><Relationship Type="http://schemas.openxmlformats.org/officeDocument/2006/relationships/notesMaster" Target="/ppt/notesMasters/notesMaster1.xml" Id="Rf65e2bcf31ed4a6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602400d4cd748d8" /><Relationship Type="http://schemas.openxmlformats.org/officeDocument/2006/relationships/notesMaster" Target="/ppt/notesMasters/notesMaster1.xml" Id="R1c1e7c9bf5e44b1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0f9071e50ac4ca8" /><Relationship Type="http://schemas.openxmlformats.org/officeDocument/2006/relationships/notesMaster" Target="/ppt/notesMasters/notesMaster1.xml" Id="R020cc459fd6d404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c4d30339cce4cde" /><Relationship Type="http://schemas.openxmlformats.org/officeDocument/2006/relationships/notesMaster" Target="/ppt/notesMasters/notesMaster1.xml" Id="Rbc7aec27979945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0ef569ba0f34ded" /><Relationship Type="http://schemas.openxmlformats.org/officeDocument/2006/relationships/notesMaster" Target="/ppt/notesMasters/notesMaster1.xml" Id="R4ac96ea06b7c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EN text map: content/localizations/staged-2026-09-01/presentations/lesomontazhnye-raboty/en/text-map.json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2a130d41346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5a29b15ebb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4ff5973484a24" /><Relationship Type="http://schemas.openxmlformats.org/officeDocument/2006/relationships/slideLayout" Target="/ppt/slideLayouts/slideLayout1.xml" Id="R5b1c2476f608409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28554e9a5db4a4b" /><Relationship Type="http://schemas.openxmlformats.org/officeDocument/2006/relationships/slideLayout" Target="/ppt/slideLayouts/slideLayout2.xml" Id="R506d6da261fd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c2476f60840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06d6da261fd428e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83aad57114bd7" /><Relationship Type="http://schemas.openxmlformats.org/officeDocument/2006/relationships/image" Target="/ppt/media/image.jpeg" Id="Re4d54cb8f3544b23" /><Relationship Type="http://schemas.openxmlformats.org/officeDocument/2006/relationships/image" Target="/ppt/media/image.png" Id="R98c5b6da3d1048af" /><Relationship Type="http://schemas.openxmlformats.org/officeDocument/2006/relationships/notesSlide" Target="/ppt/notesSlides/notesSlide1.xml" Id="Rd6b09f68c93f48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8f70994e548e8" /><Relationship Type="http://schemas.openxmlformats.org/officeDocument/2006/relationships/image" Target="/ppt/media/image2.png" Id="Rf5024ef66aeb4e43" /><Relationship Type="http://schemas.openxmlformats.org/officeDocument/2006/relationships/notesSlide" Target="/ppt/notesSlides/notesSlide2.xml" Id="R99e6a00b060c49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9d9fa2d644343" /><Relationship Type="http://schemas.openxmlformats.org/officeDocument/2006/relationships/image" Target="/ppt/media/image3.png" Id="R668a1303226e4f50" /><Relationship Type="http://schemas.openxmlformats.org/officeDocument/2006/relationships/notesSlide" Target="/ppt/notesSlides/notesSlide3.xml" Id="Rcba4d52afb924a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5f8448f734847" /><Relationship Type="http://schemas.openxmlformats.org/officeDocument/2006/relationships/image" Target="/ppt/media/image2.jpeg" Id="R70256b02a8354878" /><Relationship Type="http://schemas.openxmlformats.org/officeDocument/2006/relationships/image" Target="/ppt/media/image4.png" Id="Rff75d749a8a44678" /><Relationship Type="http://schemas.openxmlformats.org/officeDocument/2006/relationships/notesSlide" Target="/ppt/notesSlides/notesSlide4.xml" Id="R2d9716b34f68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0a049eb62747aa" /><Relationship Type="http://schemas.openxmlformats.org/officeDocument/2006/relationships/image" Target="/ppt/media/image5.png" Id="Rb298bc57fce543da" /><Relationship Type="http://schemas.openxmlformats.org/officeDocument/2006/relationships/notesSlide" Target="/ppt/notesSlides/notesSlide5.xml" Id="Rcbd690496fd84d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2adc2db504d9a" /><Relationship Type="http://schemas.openxmlformats.org/officeDocument/2006/relationships/image" Target="/ppt/media/image6.png" Id="Rd9957fad827e4b5c" /><Relationship Type="http://schemas.openxmlformats.org/officeDocument/2006/relationships/notesSlide" Target="/ppt/notesSlides/notesSlide6.xml" Id="Rc72a7505044f4d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9cdc6c8cf46be" /><Relationship Type="http://schemas.openxmlformats.org/officeDocument/2006/relationships/image" Target="/ppt/media/image7.png" Id="R5a2ed017b8e64bfc" /><Relationship Type="http://schemas.openxmlformats.org/officeDocument/2006/relationships/notesSlide" Target="/ppt/notesSlides/notesSlide7.xml" Id="Rbe1a64f49a8b40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9adfcec204d29" /><Relationship Type="http://schemas.openxmlformats.org/officeDocument/2006/relationships/image" Target="/ppt/media/image8.png" Id="R7bc4751dbd344c0e" /><Relationship Type="http://schemas.openxmlformats.org/officeDocument/2006/relationships/notesSlide" Target="/ppt/notesSlides/notesSlide8.xml" Id="R177086590f50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61a42152746d8" /><Relationship Type="http://schemas.openxmlformats.org/officeDocument/2006/relationships/image" Target="/ppt/media/image3.jpeg" Id="R1773d9144cfe4bdd" /><Relationship Type="http://schemas.openxmlformats.org/officeDocument/2006/relationships/image" Target="/ppt/media/image9.png" Id="R1a29a1877fe14eed" /><Relationship Type="http://schemas.openxmlformats.org/officeDocument/2006/relationships/notesSlide" Target="/ppt/notesSlides/notesSlide9.xml" Id="Ra3af295ddbd84f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c9461b7f1478d" /><Relationship Type="http://schemas.openxmlformats.org/officeDocument/2006/relationships/image" Target="/ppt/media/image10.png" Id="Rad28c93d46b24ec4" /><Relationship Type="http://schemas.openxmlformats.org/officeDocument/2006/relationships/notesSlide" Target="/ppt/notesSlides/notesSlide10.xml" Id="R63c14385cb2d4f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511e3163549b9" /><Relationship Type="http://schemas.openxmlformats.org/officeDocument/2006/relationships/image" Target="/ppt/media/image11.png" Id="R06c5d84e8d284008" /><Relationship Type="http://schemas.openxmlformats.org/officeDocument/2006/relationships/notesSlide" Target="/ppt/notesSlides/notesSlide11.xml" Id="Rc887cdbaeeb14c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7b157f44542d9" /><Relationship Type="http://schemas.openxmlformats.org/officeDocument/2006/relationships/image" Target="/ppt/media/image4.jpeg" Id="R1f28246d792d4739" /><Relationship Type="http://schemas.openxmlformats.org/officeDocument/2006/relationships/image" Target="/ppt/media/image12.png" Id="R90e54ee6033a489a" /><Relationship Type="http://schemas.openxmlformats.org/officeDocument/2006/relationships/notesSlide" Target="/ppt/notesSlides/notesSlide12.xml" Id="Rd2a63662fb4a44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39d1f4d2a4645" /><Relationship Type="http://schemas.openxmlformats.org/officeDocument/2006/relationships/image" Target="/ppt/media/image5.jpeg" Id="R2d53880956c94098" /><Relationship Type="http://schemas.openxmlformats.org/officeDocument/2006/relationships/image" Target="/ppt/media/image13.png" Id="Rcefe775377e64619" /><Relationship Type="http://schemas.openxmlformats.org/officeDocument/2006/relationships/notesSlide" Target="/ppt/notesSlides/notesSlide13.xml" Id="R5e6641579a2742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a0ad844c164aa1" /><Relationship Type="http://schemas.openxmlformats.org/officeDocument/2006/relationships/image" Target="/ppt/media/image6.jpeg" Id="Rda45bced35134670" /><Relationship Type="http://schemas.openxmlformats.org/officeDocument/2006/relationships/image" Target="/ppt/media/image14.png" Id="R5a7db3aef63149e3" /><Relationship Type="http://schemas.openxmlformats.org/officeDocument/2006/relationships/notesSlide" Target="/ppt/notesSlides/notesSlide14.xml" Id="Raf586937ed884c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d60d2460b489d" /><Relationship Type="http://schemas.openxmlformats.org/officeDocument/2006/relationships/image" Target="/ppt/media/image15.png" Id="Rf3e1bf75681548be" /><Relationship Type="http://schemas.openxmlformats.org/officeDocument/2006/relationships/notesSlide" Target="/ppt/notesSlides/notesSlide15.xml" Id="R136306708ec44c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112f33b3d84b11" /><Relationship Type="http://schemas.openxmlformats.org/officeDocument/2006/relationships/image" Target="/ppt/media/image7.jpeg" Id="Rf20d10b5f12b4a04" /><Relationship Type="http://schemas.openxmlformats.org/officeDocument/2006/relationships/image" Target="/ppt/media/image16.png" Id="Rcb6061a88e2c4296" /><Relationship Type="http://schemas.openxmlformats.org/officeDocument/2006/relationships/notesSlide" Target="/ppt/notesSlides/notesSlide16.xml" Id="R28a1eec16f4146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ae5f71e6240bd" /><Relationship Type="http://schemas.openxmlformats.org/officeDocument/2006/relationships/image" Target="/ppt/media/image17.png" Id="R0f10cc6f442a40b2" /><Relationship Type="http://schemas.openxmlformats.org/officeDocument/2006/relationships/notesSlide" Target="/ppt/notesSlides/notesSlide17.xml" Id="Ra12647f96cc041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9a97023234c3d" /><Relationship Type="http://schemas.openxmlformats.org/officeDocument/2006/relationships/image" Target="/ppt/media/image8.jpeg" Id="R92626092bc5a4638" /><Relationship Type="http://schemas.openxmlformats.org/officeDocument/2006/relationships/image" Target="/ppt/media/image18.png" Id="R4f17fd1451cb4273" /><Relationship Type="http://schemas.openxmlformats.org/officeDocument/2006/relationships/notesSlide" Target="/ppt/notesSlides/notesSlide18.xml" Id="R9ff29b173f574c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f52c466494bcc" /><Relationship Type="http://schemas.openxmlformats.org/officeDocument/2006/relationships/image" Target="/ppt/media/image19.png" Id="R9fe09a0e2f024b7b" /><Relationship Type="http://schemas.openxmlformats.org/officeDocument/2006/relationships/notesSlide" Target="/ppt/notesSlides/notesSlide19.xml" Id="R308682a544244e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18e0ff28845be" /><Relationship Type="http://schemas.openxmlformats.org/officeDocument/2006/relationships/image" Target="/ppt/media/image9.jpeg" Id="Re27f45258d7e4840" /><Relationship Type="http://schemas.openxmlformats.org/officeDocument/2006/relationships/image" Target="/ppt/media/image20.png" Id="R77705f88116e4960" /><Relationship Type="http://schemas.openxmlformats.org/officeDocument/2006/relationships/notesSlide" Target="/ppt/notesSlides/notesSlide20.xml" Id="R32b1e44897c64b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94305599341cc" /><Relationship Type="http://schemas.openxmlformats.org/officeDocument/2006/relationships/image" Target="/ppt/media/image21.png" Id="R341bf2a849084d4d" /><Relationship Type="http://schemas.openxmlformats.org/officeDocument/2006/relationships/notesSlide" Target="/ppt/notesSlides/notesSlide21.xml" Id="Rceb8b776105f4d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5ab9717174add" /><Relationship Type="http://schemas.openxmlformats.org/officeDocument/2006/relationships/image" Target="/ppt/media/image22.png" Id="R22d6c2637ddf40dc" /><Relationship Type="http://schemas.openxmlformats.org/officeDocument/2006/relationships/notesSlide" Target="/ppt/notesSlides/notesSlide22.xml" Id="R14a8b5b5788443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7e87dc5f84fb6" /><Relationship Type="http://schemas.openxmlformats.org/officeDocument/2006/relationships/image" Target="/ppt/media/image10.jpeg" Id="Ra94e4d5928464bc6" /><Relationship Type="http://schemas.openxmlformats.org/officeDocument/2006/relationships/image" Target="/ppt/media/image23.png" Id="R5ca9bab62f364b87" /><Relationship Type="http://schemas.openxmlformats.org/officeDocument/2006/relationships/notesSlide" Target="/ppt/notesSlides/notesSlide23.xml" Id="R9992924f5eda42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2905eb5eb4571" /><Relationship Type="http://schemas.openxmlformats.org/officeDocument/2006/relationships/image" Target="/ppt/media/image11.jpeg" Id="R515a90717a2d4ae1" /><Relationship Type="http://schemas.openxmlformats.org/officeDocument/2006/relationships/image" Target="/ppt/media/image24.png" Id="Rea92c787c2eb414d" /><Relationship Type="http://schemas.openxmlformats.org/officeDocument/2006/relationships/notesSlide" Target="/ppt/notesSlides/notesSlide24.xml" Id="R6a77cd950d1f4f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5ba3401c44c7a" /><Relationship Type="http://schemas.openxmlformats.org/officeDocument/2006/relationships/image" Target="/ppt/media/image25.png" Id="Re1d32acca8b34897" /><Relationship Type="http://schemas.openxmlformats.org/officeDocument/2006/relationships/notesSlide" Target="/ppt/notesSlides/notesSlide25.xml" Id="R0dafbc12a63047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aa1dbc68541af" /><Relationship Type="http://schemas.openxmlformats.org/officeDocument/2006/relationships/image" Target="/ppt/media/image26.png" Id="R2e7e2bcde2c74339" /><Relationship Type="http://schemas.openxmlformats.org/officeDocument/2006/relationships/notesSlide" Target="/ppt/notesSlides/notesSlide26.xml" Id="R38e83f5c1cfc4e3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ba5ce0b3c4e3b" /><Relationship Type="http://schemas.openxmlformats.org/officeDocument/2006/relationships/image" Target="/ppt/media/image27.png" Id="R3208b3387aa24230" /><Relationship Type="http://schemas.openxmlformats.org/officeDocument/2006/relationships/notesSlide" Target="/ppt/notesSlides/notesSlide27.xml" Id="R9a155ce4d0bb45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b3924f24940cf" /><Relationship Type="http://schemas.openxmlformats.org/officeDocument/2006/relationships/image" Target="/ppt/media/image12.jpeg" Id="Rffac9b5892884f9e" /><Relationship Type="http://schemas.openxmlformats.org/officeDocument/2006/relationships/image" Target="/ppt/media/image28.png" Id="Rfa798ef1b00846dc" /><Relationship Type="http://schemas.openxmlformats.org/officeDocument/2006/relationships/notesSlide" Target="/ppt/notesSlides/notesSlide28.xml" Id="R5be1b80749b34e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a9fb41b00846fa" /><Relationship Type="http://schemas.openxmlformats.org/officeDocument/2006/relationships/image" Target="/ppt/media/image29.png" Id="R56dd15efdd054f63" /><Relationship Type="http://schemas.openxmlformats.org/officeDocument/2006/relationships/notesSlide" Target="/ppt/notesSlides/notesSlide29.xml" Id="R848478ebaa03484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762b0364f4c14" /><Relationship Type="http://schemas.openxmlformats.org/officeDocument/2006/relationships/image" Target="/ppt/media/image30.png" Id="R527e204a339a469b" /><Relationship Type="http://schemas.openxmlformats.org/officeDocument/2006/relationships/notesSlide" Target="/ppt/notesSlides/notesSlide30.xml" Id="R7a4ac03f28fb41d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64e37d8f24ca4" /><Relationship Type="http://schemas.openxmlformats.org/officeDocument/2006/relationships/image" Target="/ppt/media/image31.png" Id="Rbbe0fc943d85478a" /><Relationship Type="http://schemas.openxmlformats.org/officeDocument/2006/relationships/notesSlide" Target="/ppt/notesSlides/notesSlide31.xml" Id="R37c7a8ba4eb94f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97e0e4c0d4699" /><Relationship Type="http://schemas.openxmlformats.org/officeDocument/2006/relationships/image" Target="/ppt/media/image32.png" Id="Re36a3b31e25d468d" /><Relationship Type="http://schemas.openxmlformats.org/officeDocument/2006/relationships/notesSlide" Target="/ppt/notesSlides/notesSlide32.xml" Id="R93cd5f6339a0456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9aa681b5154f8f" /><Relationship Type="http://schemas.openxmlformats.org/officeDocument/2006/relationships/image" Target="/ppt/media/image33.png" Id="R23b778cd25a94c3f" /><Relationship Type="http://schemas.openxmlformats.org/officeDocument/2006/relationships/notesSlide" Target="/ppt/notesSlides/notesSlide33.xml" Id="R60ff3017af1f47c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99ddf6fc174d7b" /><Relationship Type="http://schemas.openxmlformats.org/officeDocument/2006/relationships/image" Target="/ppt/media/image34.png" Id="R813c12d303034c4e" /><Relationship Type="http://schemas.openxmlformats.org/officeDocument/2006/relationships/notesSlide" Target="/ppt/notesSlides/notesSlide34.xml" Id="Rbb3c5f6f91544a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28531d72a44cc" /><Relationship Type="http://schemas.openxmlformats.org/officeDocument/2006/relationships/image" Target="/ppt/media/image35.png" Id="R04316442619544d1" /><Relationship Type="http://schemas.openxmlformats.org/officeDocument/2006/relationships/notesSlide" Target="/ppt/notesSlides/notesSlide35.xml" Id="R9be9461346ea4d0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80c1068f645d5" /><Relationship Type="http://schemas.openxmlformats.org/officeDocument/2006/relationships/image" Target="/ppt/media/image36.png" Id="R92ba0200f56741f0" /><Relationship Type="http://schemas.openxmlformats.org/officeDocument/2006/relationships/notesSlide" Target="/ppt/notesSlides/notesSlide36.xml" Id="R6fa1d42998e64e0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809b7e0f3544ab" /><Relationship Type="http://schemas.openxmlformats.org/officeDocument/2006/relationships/image" Target="/ppt/media/image37.png" Id="R1543c629a7794a97" /><Relationship Type="http://schemas.openxmlformats.org/officeDocument/2006/relationships/notesSlide" Target="/ppt/notesSlides/notesSlide37.xml" Id="R567d2eeb484648c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12c02bdbd4dbf" /><Relationship Type="http://schemas.openxmlformats.org/officeDocument/2006/relationships/image" Target="/ppt/media/image38.png" Id="R040f4d0ce1944012" /><Relationship Type="http://schemas.openxmlformats.org/officeDocument/2006/relationships/notesSlide" Target="/ppt/notesSlides/notesSlide38.xml" Id="Rb01c2360d07e45e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3e54c9f26349ec" /><Relationship Type="http://schemas.openxmlformats.org/officeDocument/2006/relationships/image" Target="/ppt/media/image39.png" Id="Refa2dd24a4384646" /><Relationship Type="http://schemas.openxmlformats.org/officeDocument/2006/relationships/notesSlide" Target="/ppt/notesSlides/notesSlide39.xml" Id="Rf84c02925b4a4f4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8bb438e4b4e84" /><Relationship Type="http://schemas.openxmlformats.org/officeDocument/2006/relationships/image" Target="/ppt/media/image40.png" Id="R5c20657b45b240d1" /><Relationship Type="http://schemas.openxmlformats.org/officeDocument/2006/relationships/notesSlide" Target="/ppt/notesSlides/notesSlide40.xml" Id="R95c24d253484440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e7442a5d69431b" /><Relationship Type="http://schemas.openxmlformats.org/officeDocument/2006/relationships/image" Target="/ppt/media/image41.png" Id="R52b47c13a5594881" /><Relationship Type="http://schemas.openxmlformats.org/officeDocument/2006/relationships/notesSlide" Target="/ppt/notesSlides/notesSlide41.xml" Id="R52fbf353faec43d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13f8e8ce1424d" /><Relationship Type="http://schemas.openxmlformats.org/officeDocument/2006/relationships/image" Target="/ppt/media/image42.png" Id="R9a4bf4731b724ec3" /><Relationship Type="http://schemas.openxmlformats.org/officeDocument/2006/relationships/notesSlide" Target="/ppt/notesSlides/notesSlide42.xml" Id="Rd32aa199a40a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B485-9B86-4423-AE5F-C5BDADE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3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54cb8f3544b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002B-F5AA-4A54-BD06-4183F5F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334047EF-4026-4491-BC3C-BE5A0C8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TRAINING COURSE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924C77B5-0008-4B9D-8EA2-023F698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6E2D-BE32-463F-AC1E-ED1D4EE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8374C29F-7C9B-412A-8A19-407450D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Safe installation, operation and dismantling of scaffolding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C4EF90E2-10C2-4759-805D-517C824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Training course for workers and line personnel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DDA93-DC09-47C4-B55B-F6808E5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6B88D15-C4DA-40F4-8DDA-35EEE5B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144C0-1CCD-4D4D-8385-D3A589C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5b6da3d1048a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5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7EC3B-F170-4C2B-9663-B51E650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69EC0F-AA65-4A9C-91A9-9F374E2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course worker will be able to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04891EF-8F68-4058-B1FD-F5F7457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A942F-4BCC-48A0-A3CB-DE4C684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8B5467A4-F54C-4099-BB3D-CDE7B1B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Before erection, check the authorization, design, base and hazard zone.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447C63EC-6171-4ACF-B006-5322BD7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221C-A165-4280-973A-EB8CC56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688E9FE9-2BD3-4759-BFAC-922F636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Recognize the basic elements of scaffolding and the purpose of ties, decking and fencing.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F3F6A42A-AE6F-4D3D-AFC5-1F6A364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F3F1B-39F4-456D-B76A-A2929B5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2296A37-C882-4E6A-8115-187E165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scaffolds safely and understand their approval status.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EC5EC787-EBA0-4B19-86F7-C5F20A5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638D-BBA9-46B5-A6ED-64596A2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21A37B4-F3A9-4435-ABB3-4AF5B0F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operation if deformed, subsidence, overloaded or hazardous weather occurs.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38C4D-02AE-4443-8424-427F603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87D61-7AA9-48C4-A72D-83EB541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422ADB1-C058-47B9-BFBD-2F3B161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safety of scaffolding is determined by the system as a whole, and not by one strong element.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3447D-9AD6-486C-A6C3-DCC1A40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53DC829-3A5D-4168-90CB-F2CB721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56F9BB-CBB6-4EB5-AA9F-C9DB85F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24ef66aeb4e4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0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F2E8E-3AD1-436B-A53A-D2AB5EA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5E25B18-52E6-46F6-8E05-F2B857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Course logic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8B71EB93-A17C-445C-9114-3BF78D1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08C7-4D83-48EB-80E1-3F03041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0753423-3676-444A-8BD8-5681C7E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Admission, roles and planning.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CCEC15B3-0774-41DA-8C3A-3D8BBB2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3120-9A9B-4E43-819A-E336F89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EC056514-64F5-4526-A180-8C7E81E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Elements, foundation and stability.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0DC8B3C-9380-4AAF-97D5-C495593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EA877-A302-4525-9EDB-B012C320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023F8C6-E4B5-4ACF-AFA4-84783EC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Flooring, access and fall protection.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67533B8A-98B0-446F-8C47-2B692F2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51B40-220D-41A0-8550-06B44E2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AE8421F-31FB-4D81-A95A-CCAB8E1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Inspection, use and dismantling.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72B46560-ABA0-48B7-9EE0-929FB3E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C3F6-3D6A-4745-ADFD-B85A6DE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E094F70-CC7D-4593-AA74-1CE05D8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stoppage and emergency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E282A-F862-4E82-BB3A-B631D44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271FE-2AB8-4BF6-AFA7-D928722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A0E6-CDD9-4489-92AC-D7B474C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semantic blocks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3A16-8F52-4F09-B24B-A053FC2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B672E2C-1351-485B-A9C6-0CDCDD4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6F0C2F2-DD96-4C2A-ABAF-5DD1898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a1303226e4f5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5F5DB99D-BE2B-47CB-9B0D-1B73D6D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492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994D2-9AF4-400C-A661-0C9FBB4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56b02a83548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A37C042-EB37-434D-A5C5-22F7F33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F25D6-32B9-4229-9A0C-82133BC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A387B2F-8016-47C7-92E3-592844D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Admission and planning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D9DBBB6F-2F25-4183-95AE-B30EBF3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Installation begins with the appointment of responsible persons, design and assessment of site conditions.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C9946-17FF-4061-B933-BD4C87D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E2EF2E-BD0A-412F-A74D-00CD999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C1DFA9E-34B0-417C-B06B-71496A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5d749a8a4467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9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72AF-8C2B-499E-9353-0196952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EA6289C-D4FB-42ED-9DEC-0061C605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Installation is carried out by a trained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DFD5-904C-407F-9DF5-62FD79F0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Erection, alteration and dismantling are assigned to trained workers under designated supervision.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Inspection and authorization for use are performed by a person assigned that function who knows the scaffolding system.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user must not alter the working platform, ties, fastenings or guardrails without authorization.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Authorizations for work at height, in electrical hazard zones and for lifting operations are checked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60DE-E647-42A7-8201-FBB1A70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3956-C332-4A56-88BE-A047D81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162DB7-B464-4536-B285-340E1EF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Authorization to use scaffolding does not authorize the user to alter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031AC-838F-449C-9ACF-5984703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B53273C-6DA3-462C-AC37-D49F4B1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45A4056-C6AE-4852-99FE-7D8F58B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D705CA-5630-4344-AA8C-F79E4B2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8bc57fce543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0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F0584-5DDF-4E59-B94A-FE69AF5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4EAC4F3-8FB0-4ABD-9485-59D7B8B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Roles share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83D18-BA00-4B3F-9A80-A58D044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work supervisor plans the sequence, resources and safe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erector follows the erection scheme, checks each component before installation and reports deviations.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designated competent person inspects the system and records its authorization-for-use status.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user performs a visual pre-use check and observes the restrictions.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65DB-ABF0-4A48-8306-8AB7C42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7719-F079-4B21-AE50-D3AF7F7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D0F5EC2-6455-480A-9B87-8A542FD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Everyone is responsible for their own verification, but changes are permitted only by an authorized person.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B8F7-C637-43F2-AF92-277F929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B67FDB9-39D3-4E5D-B0AB-EE9BA7C9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87CB25-B607-4F5D-845D-8EBF3EC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57fad827e4b5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98D8-51AC-47CA-9222-2DE548B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871A18E-38AE-4788-8072-B9C4AC4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at height starts from 1.3 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3BF75-ED69-4A2B-8CF2-8B8404F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 at height includes work at a height or depth of 1.3 m or more.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distance of less than 2 m from the unfenced boundary of the drop is also taken into account.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Safety is ensured by collective protection, access and, if necessary, a safety net.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Specific measures are recorded in the work project and work permit.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9917-AA98-46FB-B8F0-E3A5696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70F0E-D501-450C-9260-9E8DA5F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E67D52-658D-44EE-998B-F30E290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Height is assessed along with drop edge and actual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82AE-642F-4FD1-9614-5F05011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E58D1CA-CA7A-4347-98BD-43CEC42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D35F743-AF5C-419E-95E6-206C9A2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1A85BB-D434-41B5-BAB5-719439E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ed017b8e64b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56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C734-99A0-42DB-9A0A-DDDFBB6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F8E5F86-BA32-4B87-99E3-C8372FF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Planning precedes installation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79C0-F5E1-4291-8150-7D6C8DB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2225-B4F6-49A8-B8E2-601EAF3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C0DCAA61-0BBA-4281-9166-89B7820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5C38838-0EB3-4239-9122-57207FD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E58A02-741E-435C-B10E-2008AFD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design, system technical manual, erection scheme, permit-to-work and restrictions.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B0128-5C68-4577-AB0E-9882214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606F639-7065-449A-B8B3-78F93FFA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3CCF3BE1-7F7F-4212-9E21-0275105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3D124A5D-C8F5-4458-A840-E48FE2C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Base, facade, openings, communications, traffic and weather.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6F3F-5492-4BE2-B0C5-6745715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62A112C-2838-4609-8CA0-F624E84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7573352-183A-4691-B2D6-5AD604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Organize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924063C-D270-4FF3-9BFD-41F1FC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Danger zone, storage, lifting, access and rescue operations.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51FD-E3B0-4B13-B227-0ED99A7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5778B92F-01F2-46B1-A461-CA6C0B2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4447E053-44E4-4DC2-B6F8-FF8C452D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Instruct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9E41536-A5DA-4BF4-B199-BFBA086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Distribute roles, signals, installation order and stopping conditions.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249EB-B0E5-41B3-B748-BDF6256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3253-023A-4ECA-A313-AAAEE5C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5160C6F-E229-4785-9FF5-A74492D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unknown type of scaffolding or a missing diagram is a reason not to start installation.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C299F-ED3F-4188-AAFA-C584108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A0E909C-50CF-4514-AAFC-776A8C9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DD7556F-0EDD-4B75-B036-1B253C6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CFC2A60-0E46-42A4-9B7D-B657D81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4751dbd344c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94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5F2-1E9B-433E-807A-57D8B5C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69783A-CFA8-4DBF-887B-F7BF072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danger zone is fenced off before work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D7D4-3B6A-4C93-A720-A56AA24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boundary is defined according to the height, nature of the work and possible trajectory of falling objects.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Barriers and signs must be visible, stable and must not create a new risk.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Pedestrian and vehicle movement through the zone is coordinated or stopped.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Materials must not be placed beyond the zone boundary where they could obstruct evacuation routes.</a:t>
            </a:r>
          </a:p>
        </p:txBody>
      </p:sp>
      <p:pic>
        <p:nvPicPr>
          <p:cNvPr id="18" name="VISUAL_03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3d9144cfe4b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3DBB957-A776-461B-99B9-FB9BAC6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fence protects people below even before the first element appears above.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190B-CE1A-4642-84EC-7483016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851E569-A4CB-4AD7-B638-9207687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B6A8168-18FF-43C5-963B-C5C2976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A872A5-6532-45E3-844D-12720BB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9a1877fe14ee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0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9967E-3051-495E-8305-96CE1E73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BC60D33-DA73-41F1-A88F-E08B669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5BD3-3F65-4EE8-B85F-12B313D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5C6AFB-10B3-4C2B-9E3D-DE73510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Scaffolding system and stability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7A91C5FB-2E83-45E2-B011-047B731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Dimensions, spacing and fastenings are determined only from the design, technical manual and scheme for the specific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34B64-09B4-4069-9629-15C4A1E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BE2DA5-F4AF-4D21-9094-21076FC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1DEE48-7EA6-4BF7-9B3B-301A865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8c93d46b24ec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41499-5524-4E34-8B85-47008C5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A0FDA03-211E-4B28-9EAA-2CF0371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Scaffold Type Determines Assembly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FAF4-5CF0-49BE-ACDD-6370E0D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Frame, clamp, wedge and other systems have different components and limitations.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Elements of different systems are not mixed without confirmed compatibility.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diagram specifies the sequence, height of tiers, connections, fastenings and access.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or unknown item is not used as a universal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92CD-869D-44DC-926B-6B8E7A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580AE-2C55-4017-9473-F75145E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B2B392C-C964-4ED2-AEAD-A9FDA6B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There is no universal installation scheme for all scaffolding.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5C4A-2ED4-449E-B0EB-0DDBACD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30CACAE-D1E0-4011-A251-E96061F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7D678E-C4C8-47DD-BDBD-0ED1B17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5d84e8d28400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5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C978D-3363-46C5-B1CB-FA55B00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16FA03-C315-4D5C-AA53-460EE87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Each element performs its own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220B-E89B-4096-ACAF-52D8505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Standards transfer vertical loads to the base.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Ledgers and transoms form the tiers and support the working platform.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Ties and diagonal braces provide spatial rigidity.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Clamps, wedges, locks and fastenings connect the system in accordance with the manufacturer's diagram.</a:t>
            </a:r>
          </a:p>
        </p:txBody>
      </p:sp>
      <p:pic>
        <p:nvPicPr>
          <p:cNvPr id="17" name="VISUAL_03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8246d792d47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8CA787E-AB0C-468E-BA95-44FC814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Removing one element can change the stability of the entire section.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CA36A-58D9-412D-BC23-6628F52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93B21E-5D5F-434B-8C3A-C702BBC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FC8DDC-1365-471F-9185-E4C967C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54ee6033a489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20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E4400-7DAF-4019-AB92-E061171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80C5E1-2E93-468B-940F-18F3205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base safely transfers the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78FF-C24C-4FDD-9187-F82F9E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Assess load-bearing capacity, levelness, drainage, voids, trenches and possible settlement.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Ice, loose soil, debris and random pads are not a reliable foundation.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load is distributed by the provided support elements.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condition of the foundation is monitored during operation, especially after precipitation and excavation work.</a:t>
            </a:r>
          </a:p>
        </p:txBody>
      </p:sp>
      <p:pic>
        <p:nvPicPr>
          <p:cNvPr id="17" name="VISUAL_03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3880956c940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54F45D7-916D-45D0-9AE8-8132B15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Vertical scaffolding does not compensate for a weak foundation.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BBB7D-724A-4225-AFBF-484314E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032F560-5C70-4FA3-90A3-0006973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664F13-44BB-4A57-B0A2-9B83B9F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e775377e6461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2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74913-B75C-4F08-8DE0-8C670A4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03A78D-601E-4C9D-86E7-37EC106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Support boards and bases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CCDF-0B4B-496A-AB20-E3B4807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size and material of the support board are taken according to the design and load calculation.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base plate rests entirely on the pad and does not hang over the edge.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screw jack is used only within the manufacturer's permissible range.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Bricks, scraps and loose packages of material are not used as linings.</a:t>
            </a:r>
          </a:p>
        </p:txBody>
      </p:sp>
      <p:pic>
        <p:nvPicPr>
          <p:cNvPr id="17" name="VISUAL_03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5bced351346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8B4A1E1-C00B-437D-817A-DAAA115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carry over questionable old dimensions: the design for the specific scaffolding applies.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83D02-4B04-4EE8-AF9F-9C1588E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0E2106-C28F-4BB8-A618-57121F3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1F4688-78B5-4664-98C5-ABD836C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db3aef63149e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2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EBAA-B53D-42D0-981B-61EF7D9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DC1C622-B183-43A5-A77C-AF69AB7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Geometry is checked during installation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89F3-3C71-4439-9B98-B1EF174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verticality, horizontality and distances after each section.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Set spacing of standards, tiers and fastenings from the design and the system technical manual.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correct a deviation by forced bending or improvised bracing.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the cause of misalignment or settlement before erection continues.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E735-0109-4E85-965F-972B95E3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03912-FAF3-4293-A080-E584090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BF05228-C642-4C6F-9989-FCF6F72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accumulated small error turns into a dangerous misalignment at height.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E9B9-6661-40DB-A0BA-93E7855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0DC3EA4-5757-470D-81B6-55DFE9B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0F86222-5360-42FB-9914-C783CB6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1bf75681548b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04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AD94-27AE-4C44-A641-14270A1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733EBBD-1DA9-408A-967C-F362FD5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Connections ensure system rigidity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6447-DB99-43FF-B1D6-D618E11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Longitudinal and transverse connections are installed in the places and sequence specified by the diagram.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connection must be properly secured to the designated nodes.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Temporary withdrawal is permitted only through an authorized procedure with a replacement measure.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impact, movement or reconfiguration, connections are rechecked.</a:t>
            </a:r>
          </a:p>
        </p:txBody>
      </p:sp>
      <p:pic>
        <p:nvPicPr>
          <p:cNvPr id="17" name="VISUAL_03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d10b5f12b4a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993345D-3EC7-455A-8478-C8A46EA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connection cannot be considered “superfluous”, even if working platform is not loaded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991C-F661-470B-A415-391CA33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F13F4C-0B08-47FA-AD72-947807D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5229-9CAF-42DC-9C3F-21A84E3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061a88e2c429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0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C6F54-71DD-4A1C-A2B5-9F7A82B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384F244-52C6-47A2-BEA4-130D302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Braces stabilize the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6BF3-302E-4DA3-B3BA-CA02518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Install diagonal braces from the start of erection, not after full height has been reached.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Their direction, number and fastening points are specified by the scheme for the particular system.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any bent, cracked or unsecured brace from service.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Unauthorized removal to create access or transfer material is prohibited.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C69F-251A-493B-BEDE-839970C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0587E-0651-41CE-8250-BBCC5E6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DF59A50-F3A3-4FEB-AB28-4473A0A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missing brace may cause the section to collapse.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61CB3-15D3-42F7-A079-57772AE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DFCE2FB-06C9-46DD-B8AF-D014076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67D9D1-904A-44AC-AA7D-218A073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0cc6f442a40b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5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ABD6-38F0-464B-8E14-27169BB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377AD43-9012-4206-BD75-0462134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Structure Fastening Follows the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8323-426F-4FAC-ADC3-38976A0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Anchor type, base, assembly and location are determined by design and calculation.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fastener is not installed in weak or unknown material without confirmation.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Anchors are installed sequentially, maintaining the stability of the free area.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Removal of fastenings during dismantling is carried out in the reverse order and only after the tiers are freed.</a:t>
            </a:r>
          </a:p>
        </p:txBody>
      </p:sp>
      <p:pic>
        <p:nvPicPr>
          <p:cNvPr id="17" name="VISUAL_03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26092bc5a46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58888C5-D31B-45D8-A957-E832A20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strength of an anchor is demonstrated by the design and foundation, not by its appearance.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87490-BE21-4080-BE4D-375296A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F19BA0-62F2-4C20-9321-B3A5CF7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C2971E-C284-4498-9008-6ADD040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7fd1451cb427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31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8433-D738-4337-97CC-4C14B17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515C976-F64B-41FC-9B8E-23EA33A6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Load limited by scaffold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ED254-C28A-4804-8437-18634F1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permitted load is stated in the design, system technical manual or system marking.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Account for people, materials, tools, pallets, temporary devices and dynamic effects during material delivery.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Distribute material evenly and do not store it at an unprotected edge.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An unknown or exceeded load requires unloading and inspection.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464B-4A80-4EEF-8D86-87128B7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31D2-3314-470E-A34C-04AE1B1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1898C61-E7E5-4974-B76B-F87877C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Old load values ​​are not applied without confirmation for this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FF83D-5E44-4CC3-8C57-301698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F16BAD0-6E9D-49C1-B8A6-43070ED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08FE9E-9712-4F32-8B9C-5BF0B26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09a0e2f024b7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2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FB4D1-4CF4-4CF5-8EB7-D2ED270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f45258d7e48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1153A4A-ED1A-4472-A161-A0622B4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0F73-D209-45E3-A6A2-F2EC4ED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78F148B-54B6-43F2-890D-F05B015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platform, access and security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C56D7EC-5535-4846-A4BC-3E10137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work area must be continuous, fenced and accessible without climbing the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F6E04-B6FB-4561-AA78-3148B2C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7F6626-9321-4488-9B2B-2BCAA0E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922EE0-D322-4BEC-B3B9-34DF15C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05f88116e496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0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2A5A0-4D0C-4691-B660-B279BD6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F13AD8B-1892-4EB0-AA93-028B446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platform is selected as a system element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7178-3517-4A2F-9020-BB9DAF1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Plank and metal decks must be suitable for the system, span and load.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boards, deformed panels and elements with loose locks are rejected.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working platform are laid in the prescribed direction and on standard supports.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Random boards and materials are not used instead of working flooring.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CF64F-5C37-4F06-B79E-730F88B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73DB-C543-4293-A392-024FCF6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235C43F-9FD8-447A-B8C1-4E21A55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working platform is a load-bearing element, and not just a surface for walking.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AD32-3933-495A-89FF-D7A1B3A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EF71762-0A1F-41C6-8449-381487B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D61AAEC-3372-4CE7-8788-BDC5A96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bf2a849084d4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289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B217-1D77-4AFE-A534-3F4BAA7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D286AD9-C6AC-4DAB-9374-C90DC51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platform secured against displacement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B0E0-F736-4DA3-B783-DAB4E38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panels and boards with the specified locks, stops or prescribed method.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Set gaps and overlaps according to the technical manual and erection scheme.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Guard openings and temporarily removed sections immediately.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moving material, check that the working platform and guardrails have not shifted.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C181-D316-4EF3-9F1F-252BDCD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A79B-A707-4B4D-8C4B-BBBFB11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9BA5F11-5AD5-4048-9BEA-887551DE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immobility of the flooring is checked before people are admitted.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20B9-B602-4D45-BE1A-B9C3250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2822D-5176-42DE-8A44-7219E1B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153E29-7EAD-4396-96C7-C56C29C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6c2637ddf40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3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090C-E509-4175-9B88-652E0F6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14A3E91-6483-4FEA-8A60-03657ED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Guardrail protects against falling off the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7541-3FB0-406B-ABB9-C299865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Handrails, intermediate elements and side protection are installed according to the system and design.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fencing must be continuous on the working level and at the ends.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removed fencing element is immediately replaced with an equivalent measure and restored.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is prohibited to stand on the handrail or use it as a support for climbing.</a:t>
            </a:r>
          </a:p>
        </p:txBody>
      </p:sp>
      <p:pic>
        <p:nvPicPr>
          <p:cNvPr id="18" name="VISUAL_03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e4d5928464b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8EBF9C4-909D-432E-9F27-3D9B32D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Collective protection applies to all workers at the same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F665-9253-4C5E-9053-A9FA3E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9B30B8F-92AF-43A3-8B2A-4685F7A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06131C-DF1D-4B6E-BEE9-E40727C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59E25C-6323-4FA4-BF63-CE0066A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bab62f364b8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73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291C-8369-4BD0-8497-2D84D33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B301EC-B661-4F99-9A64-B73F1A4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Access is organized separately from the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A790-6324-4BE7-99AC-C25187C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tiers are climbed using provided stairs, flights of stairs or towers.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climb on braces, posts, exteriors or loose elements.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Entry and exit should not require climbing over a fence without a protected opening.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Hatches and platforms are kept free of materials.</a:t>
            </a:r>
          </a:p>
        </p:txBody>
      </p:sp>
      <p:pic>
        <p:nvPicPr>
          <p:cNvPr id="17" name="VISUAL_03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a90717a2d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AED8AF8-1686-41C7-B128-4E32300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 working platform is useless if there is a dangerous climb leading to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ACC28-9B9E-4485-B9CF-78DEC6F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8411EF2-7B3D-40A4-9B30-7212B86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285CD9-7F59-4464-8C1F-CBA404E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2c787c2eb414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368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0A14-F35C-4AB1-AC2F-3FDB9FD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186FE8-5B33-484D-9D5F-1A1C47F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Stairs must be part of 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0EE8-7DF4-43AD-B965-FE06B2E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ladder type, angle, fastening and exit are defined by the design and scaffolding documentation.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Steps, side rails, landings and locking components are checked before use.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ladder is kept clear and is not used while a long load is being raised through the same access.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Defective access is closed until it is restored.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DEE9-0B18-49AC-9B07-BB98E7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14EB-D2E9-4021-B44F-85E8F47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302C8A-A151-4CCE-BB33-C0F9D30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Conflicting old step intervals are not carried forward as a universal norm.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F6A9-DE3B-4141-A802-C49BBCA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63BB82-CF14-4860-8BE1-F1B2746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6C14FA0-79A8-4A28-AD33-40DE9BF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32acca8b348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6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D345-DF3C-4CCA-A81C-C3293AD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DDC5E99-146C-4EE7-A9E7-0E0A192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Materials are lifted separately from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D213-FA6D-442E-9DB1-B5135D5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Use the specified lifting aids, containers and load-receiving points.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Clear the load route and the area below, and agree the handling command in advance.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tools and small parts against falling.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load may be carried on a ladder only if a safe grip and support can be maintained.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0C9F-BE75-48D7-A663-E260706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D0A1-F008-4095-B518-00300AFC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CC6240-FEB2-4499-B528-543B6F4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worker’s hands on the ladder are primarily intended for safe ascent.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9592-0189-4B3F-9013-4F5E312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3C991FA-E557-4279-AF54-AC150B4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A1BDA53-C2CE-4C5E-BA39-CA8C07E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e2bcde2c7433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737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3E69-9EC9-4A09-91C9-C10C400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BB928BD-401F-453A-878D-4E8A2A3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Collective protection applied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7463-2098-4D98-8B2B-1C2FB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Installation is planned so that fences and protected areas appear as early as possible.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fall-arrest system is used where risk cannot be eliminated by collective action.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installation method must protect the worker when installing the next tier.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Removal of protection is permitted only with a controlled alternative.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749D-39F0-4BB2-8F28-B530DAB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3B2C-29A0-401E-A658-3A5157A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241E0B2-5845-45EA-8BF2-48C80D3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priority is to prevent the fall, not just stop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4B7A3-4823-4ECC-9618-9C9A4BF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26D0282-F64A-44FD-9728-1D5B5AC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2A9AD45-150E-440B-AD31-B6D91F28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BA3DA0A-E6FB-401B-A540-240786A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8b3387aa2423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26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07301-8996-4206-961D-7C50C50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799D6B4-A162-41C5-93BC-9F5FBAC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Fall Arrest Needs Adequate Clearance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DFFA3-5924-4A19-A894-36D40C5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Use a compatible system suitable for the task and workplace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anchor point is selected by the responsible person with confirmation of suitability.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Take into account the length of the connecting subsystem, shock absorber opening and headroom.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Components are inspected before use; damaged ones are taken out of service.</a:t>
            </a:r>
          </a:p>
        </p:txBody>
      </p:sp>
      <p:pic>
        <p:nvPicPr>
          <p:cNvPr id="18" name="VISUAL_03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c9b5892884f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C19E0F9-D440-42DB-971B-505EEA2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Hooking onto the nearest member does not provide safe fall protection.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BBD2C-4FEC-472E-9C34-86AE09C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839BA60-81A3-444F-9500-1444A3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B584B8-938A-49BB-966E-732F3D6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FFBA224-275A-47DD-B15E-4037FD2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8ef1b00846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143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6CF8-29CC-4E06-A6D1-FCD8A45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905877-D1A0-44DD-892D-F5702BC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Objects protect against falling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EEAA-5A5F-48EF-BF8D-754F50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Install side elements, protective nets or other prescribed measures.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tool is secured, small parts are stored in a closed container.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Material is not folded at the edge or thrown down.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danger zone below is maintained until work and cleaning are completed.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8CB79-185F-45F6-8ECA-104B9ED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2883-86A2-45E9-939C-4D50D80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AE8F181-2C00-41CF-B270-23B89F0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hard hat reduces the severity of injury but is not a substitute for preventing falling objects.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8F56A-AAB3-41A0-9E74-7616C12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01D625B-32DA-4235-975A-4DFD66A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28F4E9A-20E7-45B3-BFAE-AFFB625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d15efdd054f6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530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CD8E0-C7FF-4940-BBB9-F5C2129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A2B1782-3E63-4EBD-8DAC-14C3916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Systems Change Erection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E3CF8-6468-4665-8482-85AF35B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work, lines, cables, live parts and possible induced voltage are identified.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Dangerous distances and protective measures are determined by the permit and responsible persons.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Metal elements are not moved toward wires without a controlled pattern.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the position of the line or scaffolding changes, the assessment is repeated.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D359-DD59-441B-ABC2-C2A4255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4F01B-6962-4C0D-82B5-2CF554D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0FC4A84-A13D-4A6B-B494-387A7E0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safe distance to eye strain cannot be determined.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4B00C-FC6E-48A5-88C8-51E370B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8EC7EDF-FD14-4543-B7C4-764AAED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F53B7E-B9E1-4AD8-9D8C-1B5FDC3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89C448C-14C1-471A-87D4-1300707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e204a339a469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6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F4DBF-C265-4623-85FB-BF52EB2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C374B5B-9C85-4FC9-93C8-DD7EB98D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Weather may require a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C676-0804-44D2-A557-185F3AA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64E87-9A27-42AE-80C2-7CEB031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0CE5-8AE5-42D6-A96D-765F4AF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DAFCF-1F87-45DB-84B6-E503EE0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Wind, thunderstorms, precipitation, ice, heat and poor visibility affect human stability and performance.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Limit conditions are accepted according to the project, system passport and local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unfavorable weather, check the base, fastenings, working platform and protective elements.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 does not resume just because the rainfall has ended.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71E9-4065-4E2F-ACED-3BD8186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Unvalidated universal wind speed does not replace the requirements of a specific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82F4-9E14-4862-AF7F-617F3F1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5A63BFF-55D9-49FF-9DA6-B8BCA5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D02BDD7-E2B6-4ECB-B90D-AA2D821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0fc943d85478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4066A321-DACE-40A0-AFB5-152562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065156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9B3A-289C-40F3-AB9B-DA2159C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BFCD29A-E5D5-4C71-BBB2-5AC97AA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57AC-FD06-4882-88BA-DC8DB60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66F114-3C77-402A-8201-DEDB34D9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 and operation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8FBB5B49-6ACD-41D7-B320-AFFA828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is allowed to work only after inspection, and changes require a new inspection.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C720-DDEF-4F98-869B-FA5D52F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9B159AA-4E3E-43C8-9132-77BE0ED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FFF6FFE-CE97-42C6-B5D0-2A15E48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a3b31e25d468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94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22A2B-7BA0-4BEB-99CD-F81F405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5C3B7E0-6F6A-4320-890E-0C89187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test covers the entire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6F82-3B85-4F84-B4A5-BFD0209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5F03-085D-487C-B29B-15CE21B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EB6F5E9-4A68-4793-9239-3BCA8BB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280495B3-F2B0-4ED9-A958-C84366E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B230CB2-EEB1-4C6C-B276-724FB20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Subsidence, pads, bases, water and soil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79293-27F6-4D37-B9F7-8270183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1CC2CF2-8E78-42BA-A6D2-7B18C5A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7BD0F40-901F-4E21-A792-3E5D28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8F74A7-9188-4925-9C02-679BC82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Standards, ledgers, ties, diagonal braces, locks and anchors.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2CA4A-4220-4EDD-A9F9-A950427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B17A2B4-0AFB-4507-A2AA-2221A7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F7AD961-05B1-445D-B6F9-353AAEA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tier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EEC5052-6E6E-41DF-895F-33D80DE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working platform, barriers, access, hatches and object protection.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B3FF-1B95-4B9C-8D99-129D8B6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9C8B7280-DCE7-491D-BA29-8D7B690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24F384A-36C8-4718-9730-0DA2F83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E8382BEE-5936-47CB-8DF9-8ACAAB1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Loading, restrictions, marking and recording of inspection results.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038C-900F-440B-AC21-FA617D0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154D-F647-41F4-B7CD-064BC4E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0FF910-85A1-46F9-9A56-06F45ED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Testing one tier does not confirm the safety of the entire system.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06116-DA7F-4FF8-9FD2-3489CA3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FF3114-2916-4A8B-ACE1-86E7641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763B3BE-A190-4E3E-AEF7-79743DE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778cd25a94c3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791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A4BDE-BBC6-468B-AF94-AE185F6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4A464B-32BA-44B0-ABD5-FBAAEE6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Re-inspection required after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9EFE-BAA8-4E19-BC60-904E205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Checked after installation and before first permission to operate.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Re-inspection is required after configuration changes, damage or shock.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Adverse weather, subsidence and long breaks also require inspection.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Access is restricted until security is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A851-BDFE-4935-BD63-57BE5DA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460F-EDA9-4A33-A2BF-9A22E13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CB37DE1-3E9E-479C-BED0-FCED907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previous authorization-for-use status is no longer valid after a material change in conditions.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3859-71EB-4C36-8A21-3D44B26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27BF64D-58B2-40E2-8F84-B3DCD76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B6173E-B208-4F96-9F3D-4E2FF43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12d303034c4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499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EA3D-EABC-4CD1-9C40-9A692E4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81BBD0-61F6-4EA0-AB1B-C37674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Marking shows current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A069-2DD2-4628-9667-79C73F3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clear status is placed at the entrance: allowed, restricted or prohibited for use.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Indicate the person responsible, the date of the inspection and significant restrictions, if provided for by the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Missing or expired labeling means the status needs to be clarified.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user does not change the marking independently.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ED23-094E-45D5-A6D5-5875603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A970-EB75-4E08-A19D-DF7B52B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81B4E16-29EF-4E2D-81BF-8527227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Label color without a local legend is not sufficient instruction.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C4EEA-294E-43C7-A1AC-635061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F89A65C-8AA4-41D5-A307-DE405A8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2F34E30-5AE2-4FC4-B8DB-BE30179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16442619544d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17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24D9-5EC4-4ADE-94C2-F3550B9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C4F481-59E4-4E44-8A94-F423E06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checks scaffolding before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761FA-C9CB-4025-BC3A-1442A06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Ensure that the clearance status is valid and applies to the correct area.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Inspect access, working platform, fencing, cleanliness and visible damage.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Observe load limits and tier purpose.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any removed item, subsidence, wobble or tampering immediately.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1321-F08A-44BA-B9F6-FA4474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FCA0-8A87-4CA7-8CDF-E946892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AA0BD4-9150-4653-A940-62CD4C8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daily user review complements, but does not replace, formal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50D-D272-4673-86B1-41FF412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33EF836-4DDA-44DD-84FB-EE1F6B9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9594BF-3331-4A65-B910-434108E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a0200f56741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62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DD7B-F61F-42E8-B194-B5BF31E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AF3C7BD-DD51-4B39-9CAE-D26E388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Unauthorized changes are prohibited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E9DC-DBCD-46B3-BED4-5A6AE8A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650FE-B858-456B-B7BA-FE75D0C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5D54B-2765-47AB-B1B5-506B526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4F35-4F68-4F8D-BB07-A7C3D6F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remove ties, braces, anchors, decking or guardrails for convenience.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overload a tier or place a hop-up scaffold or ladder on the working platform without a design solution.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attach hoists, hoses, banners or equipment to the scaffolding without confirmation.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use scaffolding whose status is unknown or that has visible damage.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5B617-05EC-453F-A296-411AC5D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Any load or configuration change requires approval and verification.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69B4-4F98-4FBE-9B8D-E6DF97C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747DDE-F52D-4D88-881C-0AFA15E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AC70933-D4D6-4AE4-A205-34E176C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3c629a7794a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1326E807-5104-4A9D-A827-FA89E02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835493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01070-0F1B-4238-BA12-901B887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823F97-2781-4937-AC4E-EDD75A4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Dismantling is done from top to bottom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7EC8-D8DF-4B83-A20F-61345B3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BE93-E59B-4AA5-B12B-8971793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A1C34FC3-3F64-4F15-AB71-9B65D84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B1D60F56-496F-4CDA-BB25-F976353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36EC6DD-DFD2-4C4C-B9FA-C52507B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Remove people, materials, debris and foreign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0CBA-6352-4222-90AE-E6A73F0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4EAC74E-ABA2-40A6-AE1B-51DB567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870A2D6-C2C4-418F-868B-118327B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Fence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A2A8CB4-6193-4132-A03C-8AF357F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Restore the danger zone, signals and order of transmission of elements.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E879-90E6-45EC-9910-EB66EDC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C7C4F58-9AF4-40C1-82A7-D97B0C0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D084C73-BACD-4D15-883A-D6BC86F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Disassemble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D0D28D30-BA08-4EFB-AC13-012F836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Remove from top to bottom, maintaining connections and anchors until the permitted stage.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1B48C-2018-41F2-A5EC-43462FA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F846B45-3CB0-4CEE-BDF1-93E040E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3A8976E-DDC2-4358-92B8-1F299EB4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B532201-CDFA-405C-9CBC-5637E51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Do not throw items; inspect, sort and store sustainably.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C811D-90EC-47DB-8C1D-F73570D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7BC77-5DAB-4963-B439-13E06A9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F083B8-09A1-413F-A531-88D0258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Premature removal of a tie or anchor may cause the remaining part to collapse.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98FF9-8068-4C71-8163-BB9E326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E2D0DFE-885E-4DCF-B7E7-E9A342B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37B3F79-C554-401D-B1CD-CB5A4AA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f4d0ce194401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3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160E2-BFF6-4709-BE21-0D314B0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FBCA529-2783-4385-BB37-9701DA7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dismantling, the elements are sorted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06F5D-CE92-4AED-A576-0C8C0BB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Clean elements in a way that does not damage locks, coating and geometry.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for deformation, cracks, corrosion, welds and completeness.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Suitable elements are stored by type on a stable site.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Rejects are marked and physically separated from usable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33D0-0065-47AE-AD7D-216C53A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9E68A-1D10-44F1-A4A2-99CF917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6DB925-4A7E-431D-B4D6-46E2791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damaged item is not returned to circulation “until the next repair”.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09FCD-E94B-4CBC-9613-65D81F7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80491-E0C6-4D0A-A77D-E469E5A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37F2A8-9257-4D0C-B43F-F95374D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2dd24a43846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430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8B1F-D8E7-43E1-9025-3A743DA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0BC0857-623B-4A0E-B123-0FA66B7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Wooden elements: fire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13F7-798E-4FEA-AAE7-92C9A59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flammable waste and avoid accumulation of dry wood and packaging.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hot work nearby is carried out only with the provided measures and controls.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Evacuation routes and access to fire extinguishing equipment are kept clear.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Impregnation or coating is only taken into account if the condition and purpose are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D310-4F54-4908-B4CF-ABA35CA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C406-B1F5-4A71-A3C2-DA2F84D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BCA341D-FE58-4469-8FA7-8AACC96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Wooden working platform does not become non-flammable due to old coating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6A63F-25EA-4754-8082-95CCD9B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793FE48-8611-45B5-9C6C-185660A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E0A4C1-889D-43E4-9C08-1CD8E23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C3CAA6-87D1-4DDA-ABC5-7351F84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0657b45b240d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20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355A-B320-41DE-9E76-F136906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C7459CE-70AA-42CD-B790-D05E7F3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Deformation or subsidence requires evacuation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7B39-00CF-493C-B16D-AEC61F0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3469-71F3-4362-AE27-809D1AD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EE47-3FAF-4A90-891A-3FEAB1B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F82DE-57E6-4ACF-BDA3-BA39BB7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Stop work, warn people and leave the dangerous area in an orderly manner.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Protect access and do not attempt to straighten a loaded structure yourself.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Notify supervisor and designee, describe location and signs of change.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Resume work only after inspection, elimination of the cause and new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63574-0683-424C-B71D-B8BEB47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Rocking, loosening of the lock, crackling or subsidence is not normal “shrinkage” of scaffolding.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A214-0BAC-432E-B68C-AF6DEC3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F53DB62-88CA-44C1-AC47-E557B3FE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2F17C4-43ED-41C4-8C3F-47D9B88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Scaffolding erection work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8F3B297-476D-4413-A416-D842547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47c13a559488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6DAABE2-454C-4DA9-A198-0737440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048384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7D833802-A69D-4129-BA28-6DB4E9CC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scaffolder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FDAE8-C3D8-48DF-8169-42379FA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65BD-66EE-4880-ABC4-AF7854B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7121-091E-43F2-80A0-6A5C573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documentation, the system technical manual, assigned roles and a safe zone are in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95D86-C0EF-4D84-9FEC-08516A29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7C7D2-FFD8-410F-B534-B81C18C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217D2-4BDA-4EB6-9336-F0CC5A1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base, bases, geometry, connections and fastenings correspond to the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25DE9-5EE0-44EB-BEAC-B0527D9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FE36B-A980-43BC-B324-A331DC0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A45F-A436-4C21-8821-EFF4CFE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platform, fencing, access and object protection 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98085-ED24-4E7B-B6CA-E760F58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BD2A-EEF6-4588-A16A-F329899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8DE3-D9B1-47EF-A2F7-9C15C99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authorization-for-use status is valid; load and weather are monitored.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1D55E-105E-4684-A9CC-E6CEA59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FAFF-7B4F-47EC-AA83-255085E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8622A-4AD2-4DE7-9C14-8E6FFE4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changed, damaged or in doubt, work is stopped.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403D9-3CC1-4BD0-AF3A-9EE417A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“Start Test”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C8B83-112D-4F29-95FA-5E7172B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Updated: 08/21/2026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bf4731b724ec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96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2026-09-01T18:22:50.0870000Z</dcterms:created>
  <dcterms:modified xsi:type="dcterms:W3CDTF">2026-09-01T18:22:50.0870000Z</dcterms:modified>
</coreProperties>
</file>
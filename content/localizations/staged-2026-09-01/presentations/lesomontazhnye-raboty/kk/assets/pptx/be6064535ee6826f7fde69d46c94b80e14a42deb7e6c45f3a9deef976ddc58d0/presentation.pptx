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0141a4b27d43dc" /><Relationship Type="http://schemas.openxmlformats.org/officeDocument/2006/relationships/extended-properties" Target="/docProps/app.xml" Id="R1aa40105dd954a93" /><Relationship Type="http://schemas.openxmlformats.org/officeDocument/2006/relationships/officeDocument" Target="/ppt/presentation.xml" Id="R8f9e9e51a28a43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49157203494316"/>
    <p:sldMasterId xmlns:r="http://schemas.openxmlformats.org/officeDocument/2006/relationships" id="2147483650" r:id="Rfc4e37bc39154d33"/>
  </p:sldMasterIdLst>
  <p:notesMasterIdLst>
    <p:notesMasterId xmlns:r="http://schemas.openxmlformats.org/officeDocument/2006/relationships" r:id="Re0f08e170b834d53"/>
  </p:notesMasterIdLst>
  <p:sldIdLst>
    <p:sldId xmlns:r="http://schemas.openxmlformats.org/officeDocument/2006/relationships" id="256" r:id="R5dbcd727e1fa4822"/>
    <p:sldId xmlns:r="http://schemas.openxmlformats.org/officeDocument/2006/relationships" id="257" r:id="Rffbda80347a54a27"/>
    <p:sldId xmlns:r="http://schemas.openxmlformats.org/officeDocument/2006/relationships" id="258" r:id="R2b925315f3774314"/>
    <p:sldId xmlns:r="http://schemas.openxmlformats.org/officeDocument/2006/relationships" id="259" r:id="Re1c8111d6a9e4644"/>
    <p:sldId xmlns:r="http://schemas.openxmlformats.org/officeDocument/2006/relationships" id="260" r:id="Rf580512937044bb3"/>
    <p:sldId xmlns:r="http://schemas.openxmlformats.org/officeDocument/2006/relationships" id="261" r:id="Rc426fb4222784601"/>
    <p:sldId xmlns:r="http://schemas.openxmlformats.org/officeDocument/2006/relationships" id="262" r:id="R337d0b6845984f32"/>
    <p:sldId xmlns:r="http://schemas.openxmlformats.org/officeDocument/2006/relationships" id="263" r:id="R822f721dcf5a4c0d"/>
    <p:sldId xmlns:r="http://schemas.openxmlformats.org/officeDocument/2006/relationships" id="264" r:id="R90ec2c0d51044805"/>
    <p:sldId xmlns:r="http://schemas.openxmlformats.org/officeDocument/2006/relationships" id="265" r:id="Reeb8c614b6b34933"/>
    <p:sldId xmlns:r="http://schemas.openxmlformats.org/officeDocument/2006/relationships" id="266" r:id="R15ed649a55b74348"/>
    <p:sldId xmlns:r="http://schemas.openxmlformats.org/officeDocument/2006/relationships" id="267" r:id="R58defb0eb81f4d4c"/>
    <p:sldId xmlns:r="http://schemas.openxmlformats.org/officeDocument/2006/relationships" id="268" r:id="R4cef2df762b546fe"/>
    <p:sldId xmlns:r="http://schemas.openxmlformats.org/officeDocument/2006/relationships" id="269" r:id="R6ce3fbb0b5b547bf"/>
    <p:sldId xmlns:r="http://schemas.openxmlformats.org/officeDocument/2006/relationships" id="270" r:id="R5498ebbd1a674d8b"/>
    <p:sldId xmlns:r="http://schemas.openxmlformats.org/officeDocument/2006/relationships" id="271" r:id="Rf40e2c8ee2674634"/>
    <p:sldId xmlns:r="http://schemas.openxmlformats.org/officeDocument/2006/relationships" id="272" r:id="Rfdd6fd694d0049f9"/>
    <p:sldId xmlns:r="http://schemas.openxmlformats.org/officeDocument/2006/relationships" id="273" r:id="R0d568a28542d4c71"/>
    <p:sldId xmlns:r="http://schemas.openxmlformats.org/officeDocument/2006/relationships" id="274" r:id="R8eb51dd1913d4f9b"/>
    <p:sldId xmlns:r="http://schemas.openxmlformats.org/officeDocument/2006/relationships" id="275" r:id="Ra89e6ee6faeb4c4f"/>
    <p:sldId xmlns:r="http://schemas.openxmlformats.org/officeDocument/2006/relationships" id="276" r:id="R0fd3dd5163364e1b"/>
    <p:sldId xmlns:r="http://schemas.openxmlformats.org/officeDocument/2006/relationships" id="277" r:id="R3bb3f5253d724685"/>
    <p:sldId xmlns:r="http://schemas.openxmlformats.org/officeDocument/2006/relationships" id="278" r:id="R6eb4a3aef4524ce8"/>
    <p:sldId xmlns:r="http://schemas.openxmlformats.org/officeDocument/2006/relationships" id="279" r:id="R497b7697bae54586"/>
    <p:sldId xmlns:r="http://schemas.openxmlformats.org/officeDocument/2006/relationships" id="280" r:id="Ra252a9abc11b4336"/>
    <p:sldId xmlns:r="http://schemas.openxmlformats.org/officeDocument/2006/relationships" id="281" r:id="R9a497f0aabf24136"/>
    <p:sldId xmlns:r="http://schemas.openxmlformats.org/officeDocument/2006/relationships" id="282" r:id="Raf557e579e9c4029"/>
    <p:sldId xmlns:r="http://schemas.openxmlformats.org/officeDocument/2006/relationships" id="283" r:id="R14ab02b5209347f1"/>
    <p:sldId xmlns:r="http://schemas.openxmlformats.org/officeDocument/2006/relationships" id="284" r:id="R7578a6dc6cf245d7"/>
    <p:sldId xmlns:r="http://schemas.openxmlformats.org/officeDocument/2006/relationships" id="285" r:id="Ra4ab0399b5714ca4"/>
    <p:sldId xmlns:r="http://schemas.openxmlformats.org/officeDocument/2006/relationships" id="286" r:id="R68b4e99108634c2e"/>
    <p:sldId xmlns:r="http://schemas.openxmlformats.org/officeDocument/2006/relationships" id="287" r:id="R5e613884576b4dd7"/>
    <p:sldId xmlns:r="http://schemas.openxmlformats.org/officeDocument/2006/relationships" id="288" r:id="R49fa7d54c6ab4405"/>
    <p:sldId xmlns:r="http://schemas.openxmlformats.org/officeDocument/2006/relationships" id="289" r:id="Rdaf8fe6749404b47"/>
    <p:sldId xmlns:r="http://schemas.openxmlformats.org/officeDocument/2006/relationships" id="290" r:id="R7f1b8927248a4d84"/>
    <p:sldId xmlns:r="http://schemas.openxmlformats.org/officeDocument/2006/relationships" id="291" r:id="Refa9297ed02e4601"/>
    <p:sldId xmlns:r="http://schemas.openxmlformats.org/officeDocument/2006/relationships" id="292" r:id="Ra3d66676e23845f8"/>
    <p:sldId xmlns:r="http://schemas.openxmlformats.org/officeDocument/2006/relationships" id="293" r:id="Rb50d8729d6764d09"/>
    <p:sldId xmlns:r="http://schemas.openxmlformats.org/officeDocument/2006/relationships" id="294" r:id="Rcae47a7206ea43f8"/>
    <p:sldId xmlns:r="http://schemas.openxmlformats.org/officeDocument/2006/relationships" id="295" r:id="Re5a4ac233b994f2c"/>
    <p:sldId xmlns:r="http://schemas.openxmlformats.org/officeDocument/2006/relationships" id="296" r:id="R38198567c7044b98"/>
    <p:sldId xmlns:r="http://schemas.openxmlformats.org/officeDocument/2006/relationships" id="297" r:id="R6c260238df8545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4befb4872c4550" /><Relationship Type="http://schemas.openxmlformats.org/officeDocument/2006/relationships/slideMaster" Target="/ppt/slideMasters/slideMaster1.xml" Id="R8849157203494316" /><Relationship Type="http://schemas.openxmlformats.org/officeDocument/2006/relationships/slideMaster" Target="/ppt/slideMasters/slideMaster2.xml" Id="Rfc4e37bc39154d33" /><Relationship Type="http://schemas.openxmlformats.org/officeDocument/2006/relationships/notesMaster" Target="/ppt/notesMasters/notesMaster1.xml" Id="Re0f08e170b834d53" /><Relationship Type="http://schemas.openxmlformats.org/officeDocument/2006/relationships/presProps" Target="/ppt/presProps.xml" Id="R3a282f9074724406" /><Relationship Type="http://schemas.openxmlformats.org/officeDocument/2006/relationships/tableStyles" Target="/ppt/tableStyles.xml" Id="Rc0365bcc86854fe3" /><Relationship Type="http://schemas.openxmlformats.org/officeDocument/2006/relationships/slide" Target="/ppt/slides/slide1.xml" Id="R5dbcd727e1fa4822" /><Relationship Type="http://schemas.openxmlformats.org/officeDocument/2006/relationships/slide" Target="/ppt/slides/slide2.xml" Id="Rffbda80347a54a27" /><Relationship Type="http://schemas.openxmlformats.org/officeDocument/2006/relationships/slide" Target="/ppt/slides/slide3.xml" Id="R2b925315f3774314" /><Relationship Type="http://schemas.openxmlformats.org/officeDocument/2006/relationships/slide" Target="/ppt/slides/slide4.xml" Id="Re1c8111d6a9e4644" /><Relationship Type="http://schemas.openxmlformats.org/officeDocument/2006/relationships/slide" Target="/ppt/slides/slide5.xml" Id="Rf580512937044bb3" /><Relationship Type="http://schemas.openxmlformats.org/officeDocument/2006/relationships/slide" Target="/ppt/slides/slide6.xml" Id="Rc426fb4222784601" /><Relationship Type="http://schemas.openxmlformats.org/officeDocument/2006/relationships/slide" Target="/ppt/slides/slide7.xml" Id="R337d0b6845984f32" /><Relationship Type="http://schemas.openxmlformats.org/officeDocument/2006/relationships/slide" Target="/ppt/slides/slide8.xml" Id="R822f721dcf5a4c0d" /><Relationship Type="http://schemas.openxmlformats.org/officeDocument/2006/relationships/slide" Target="/ppt/slides/slide9.xml" Id="R90ec2c0d51044805" /><Relationship Type="http://schemas.openxmlformats.org/officeDocument/2006/relationships/slide" Target="/ppt/slides/slide10.xml" Id="Reeb8c614b6b34933" /><Relationship Type="http://schemas.openxmlformats.org/officeDocument/2006/relationships/slide" Target="/ppt/slides/slide11.xml" Id="R15ed649a55b74348" /><Relationship Type="http://schemas.openxmlformats.org/officeDocument/2006/relationships/slide" Target="/ppt/slides/slide12.xml" Id="R58defb0eb81f4d4c" /><Relationship Type="http://schemas.openxmlformats.org/officeDocument/2006/relationships/slide" Target="/ppt/slides/slide13.xml" Id="R4cef2df762b546fe" /><Relationship Type="http://schemas.openxmlformats.org/officeDocument/2006/relationships/slide" Target="/ppt/slides/slide14.xml" Id="R6ce3fbb0b5b547bf" /><Relationship Type="http://schemas.openxmlformats.org/officeDocument/2006/relationships/slide" Target="/ppt/slides/slide15.xml" Id="R5498ebbd1a674d8b" /><Relationship Type="http://schemas.openxmlformats.org/officeDocument/2006/relationships/slide" Target="/ppt/slides/slide16.xml" Id="Rf40e2c8ee2674634" /><Relationship Type="http://schemas.openxmlformats.org/officeDocument/2006/relationships/slide" Target="/ppt/slides/slide17.xml" Id="Rfdd6fd694d0049f9" /><Relationship Type="http://schemas.openxmlformats.org/officeDocument/2006/relationships/slide" Target="/ppt/slides/slide18.xml" Id="R0d568a28542d4c71" /><Relationship Type="http://schemas.openxmlformats.org/officeDocument/2006/relationships/slide" Target="/ppt/slides/slide19.xml" Id="R8eb51dd1913d4f9b" /><Relationship Type="http://schemas.openxmlformats.org/officeDocument/2006/relationships/slide" Target="/ppt/slides/slide20.xml" Id="Ra89e6ee6faeb4c4f" /><Relationship Type="http://schemas.openxmlformats.org/officeDocument/2006/relationships/slide" Target="/ppt/slides/slide21.xml" Id="R0fd3dd5163364e1b" /><Relationship Type="http://schemas.openxmlformats.org/officeDocument/2006/relationships/slide" Target="/ppt/slides/slide22.xml" Id="R3bb3f5253d724685" /><Relationship Type="http://schemas.openxmlformats.org/officeDocument/2006/relationships/slide" Target="/ppt/slides/slide23.xml" Id="R6eb4a3aef4524ce8" /><Relationship Type="http://schemas.openxmlformats.org/officeDocument/2006/relationships/slide" Target="/ppt/slides/slide24.xml" Id="R497b7697bae54586" /><Relationship Type="http://schemas.openxmlformats.org/officeDocument/2006/relationships/slide" Target="/ppt/slides/slide25.xml" Id="Ra252a9abc11b4336" /><Relationship Type="http://schemas.openxmlformats.org/officeDocument/2006/relationships/slide" Target="/ppt/slides/slide26.xml" Id="R9a497f0aabf24136" /><Relationship Type="http://schemas.openxmlformats.org/officeDocument/2006/relationships/slide" Target="/ppt/slides/slide27.xml" Id="Raf557e579e9c4029" /><Relationship Type="http://schemas.openxmlformats.org/officeDocument/2006/relationships/slide" Target="/ppt/slides/slide28.xml" Id="R14ab02b5209347f1" /><Relationship Type="http://schemas.openxmlformats.org/officeDocument/2006/relationships/slide" Target="/ppt/slides/slide29.xml" Id="R7578a6dc6cf245d7" /><Relationship Type="http://schemas.openxmlformats.org/officeDocument/2006/relationships/slide" Target="/ppt/slides/slide30.xml" Id="Ra4ab0399b5714ca4" /><Relationship Type="http://schemas.openxmlformats.org/officeDocument/2006/relationships/slide" Target="/ppt/slides/slide31.xml" Id="R68b4e99108634c2e" /><Relationship Type="http://schemas.openxmlformats.org/officeDocument/2006/relationships/slide" Target="/ppt/slides/slide32.xml" Id="R5e613884576b4dd7" /><Relationship Type="http://schemas.openxmlformats.org/officeDocument/2006/relationships/slide" Target="/ppt/slides/slide33.xml" Id="R49fa7d54c6ab4405" /><Relationship Type="http://schemas.openxmlformats.org/officeDocument/2006/relationships/slide" Target="/ppt/slides/slide34.xml" Id="Rdaf8fe6749404b47" /><Relationship Type="http://schemas.openxmlformats.org/officeDocument/2006/relationships/slide" Target="/ppt/slides/slide35.xml" Id="R7f1b8927248a4d84" /><Relationship Type="http://schemas.openxmlformats.org/officeDocument/2006/relationships/slide" Target="/ppt/slides/slide36.xml" Id="Refa9297ed02e4601" /><Relationship Type="http://schemas.openxmlformats.org/officeDocument/2006/relationships/slide" Target="/ppt/slides/slide37.xml" Id="Ra3d66676e23845f8" /><Relationship Type="http://schemas.openxmlformats.org/officeDocument/2006/relationships/slide" Target="/ppt/slides/slide38.xml" Id="Rb50d8729d6764d09" /><Relationship Type="http://schemas.openxmlformats.org/officeDocument/2006/relationships/slide" Target="/ppt/slides/slide39.xml" Id="Rcae47a7206ea43f8" /><Relationship Type="http://schemas.openxmlformats.org/officeDocument/2006/relationships/slide" Target="/ppt/slides/slide40.xml" Id="Re5a4ac233b994f2c" /><Relationship Type="http://schemas.openxmlformats.org/officeDocument/2006/relationships/slide" Target="/ppt/slides/slide41.xml" Id="R38198567c7044b98" /><Relationship Type="http://schemas.openxmlformats.org/officeDocument/2006/relationships/slide" Target="/ppt/slides/slide42.xml" Id="R6c260238df8545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83ce95ab4474e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7b6ac55f0a4ac4" /><Relationship Type="http://schemas.openxmlformats.org/officeDocument/2006/relationships/notesMaster" Target="/ppt/notesMasters/notesMaster1.xml" Id="R0941000b3fb049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41182d9bb64e19" /><Relationship Type="http://schemas.openxmlformats.org/officeDocument/2006/relationships/notesMaster" Target="/ppt/notesMasters/notesMaster1.xml" Id="Rff81091ae55244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05440d12cf4e32" /><Relationship Type="http://schemas.openxmlformats.org/officeDocument/2006/relationships/notesMaster" Target="/ppt/notesMasters/notesMaster1.xml" Id="R0ec95ffcbeb24b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7d4f8aae7243ef" /><Relationship Type="http://schemas.openxmlformats.org/officeDocument/2006/relationships/notesMaster" Target="/ppt/notesMasters/notesMaster1.xml" Id="R098af77ad5d848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8ecca399a444ef" /><Relationship Type="http://schemas.openxmlformats.org/officeDocument/2006/relationships/notesMaster" Target="/ppt/notesMasters/notesMaster1.xml" Id="Reaa5fbafc1314d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6b9cfdf96649bf" /><Relationship Type="http://schemas.openxmlformats.org/officeDocument/2006/relationships/notesMaster" Target="/ppt/notesMasters/notesMaster1.xml" Id="R0259740728944e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258307ab2443eb" /><Relationship Type="http://schemas.openxmlformats.org/officeDocument/2006/relationships/notesMaster" Target="/ppt/notesMasters/notesMaster1.xml" Id="R51ed1a20e5ef41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fe8c7d73ee4465" /><Relationship Type="http://schemas.openxmlformats.org/officeDocument/2006/relationships/notesMaster" Target="/ppt/notesMasters/notesMaster1.xml" Id="Ra88fc157364b43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21bffe9b914d67" /><Relationship Type="http://schemas.openxmlformats.org/officeDocument/2006/relationships/notesMaster" Target="/ppt/notesMasters/notesMaster1.xml" Id="Ref8fab88474a41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73be8085004e8c" /><Relationship Type="http://schemas.openxmlformats.org/officeDocument/2006/relationships/notesMaster" Target="/ppt/notesMasters/notesMaster1.xml" Id="R29a7e86ed9814c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caae42315043e5" /><Relationship Type="http://schemas.openxmlformats.org/officeDocument/2006/relationships/notesMaster" Target="/ppt/notesMasters/notesMaster1.xml" Id="R23b6fe2263334a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227002734d4731" /><Relationship Type="http://schemas.openxmlformats.org/officeDocument/2006/relationships/notesMaster" Target="/ppt/notesMasters/notesMaster1.xml" Id="Rcffecdffd19340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bf15f415fa41b7" /><Relationship Type="http://schemas.openxmlformats.org/officeDocument/2006/relationships/notesMaster" Target="/ppt/notesMasters/notesMaster1.xml" Id="Raa3ae406cbd546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a85cb21cae4a47" /><Relationship Type="http://schemas.openxmlformats.org/officeDocument/2006/relationships/notesMaster" Target="/ppt/notesMasters/notesMaster1.xml" Id="R529369ad4cfa49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dc26ef8bd34338" /><Relationship Type="http://schemas.openxmlformats.org/officeDocument/2006/relationships/notesMaster" Target="/ppt/notesMasters/notesMaster1.xml" Id="R0126ddb589254b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65cb5aab1d4e86" /><Relationship Type="http://schemas.openxmlformats.org/officeDocument/2006/relationships/notesMaster" Target="/ppt/notesMasters/notesMaster1.xml" Id="R5688993c7feb4f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e0b03096304a9d" /><Relationship Type="http://schemas.openxmlformats.org/officeDocument/2006/relationships/notesMaster" Target="/ppt/notesMasters/notesMaster1.xml" Id="Rf945a168f77b4df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54d72939dd4766" /><Relationship Type="http://schemas.openxmlformats.org/officeDocument/2006/relationships/notesMaster" Target="/ppt/notesMasters/notesMaster1.xml" Id="R62c28f8c7b1b47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f1a663763e4459" /><Relationship Type="http://schemas.openxmlformats.org/officeDocument/2006/relationships/notesMaster" Target="/ppt/notesMasters/notesMaster1.xml" Id="R92a7e0b14ac04c1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6fe8ccbc7864b08" /><Relationship Type="http://schemas.openxmlformats.org/officeDocument/2006/relationships/notesMaster" Target="/ppt/notesMasters/notesMaster1.xml" Id="Rf80306a83a7c4c2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6f55f97450c4836" /><Relationship Type="http://schemas.openxmlformats.org/officeDocument/2006/relationships/notesMaster" Target="/ppt/notesMasters/notesMaster1.xml" Id="R65db8e23a79247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0acbb69192a430e" /><Relationship Type="http://schemas.openxmlformats.org/officeDocument/2006/relationships/notesMaster" Target="/ppt/notesMasters/notesMaster1.xml" Id="R0962d609ad5d4e2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6ca0e4b9b14c26" /><Relationship Type="http://schemas.openxmlformats.org/officeDocument/2006/relationships/notesMaster" Target="/ppt/notesMasters/notesMaster1.xml" Id="R853b5c74681947b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7d5f732269247d0" /><Relationship Type="http://schemas.openxmlformats.org/officeDocument/2006/relationships/notesMaster" Target="/ppt/notesMasters/notesMaster1.xml" Id="Re124152657a744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50ddb3cb0824758" /><Relationship Type="http://schemas.openxmlformats.org/officeDocument/2006/relationships/notesMaster" Target="/ppt/notesMasters/notesMaster1.xml" Id="Ra9f33131b35c493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1370d1234d84bd3" /><Relationship Type="http://schemas.openxmlformats.org/officeDocument/2006/relationships/notesMaster" Target="/ppt/notesMasters/notesMaster1.xml" Id="R83a2f545d13f493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c60f3f2828040c7" /><Relationship Type="http://schemas.openxmlformats.org/officeDocument/2006/relationships/notesMaster" Target="/ppt/notesMasters/notesMaster1.xml" Id="R83043795272045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484e6dd7c94f99" /><Relationship Type="http://schemas.openxmlformats.org/officeDocument/2006/relationships/notesMaster" Target="/ppt/notesMasters/notesMaster1.xml" Id="R87c4f122788e481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1edc2d64c0c4fc0" /><Relationship Type="http://schemas.openxmlformats.org/officeDocument/2006/relationships/notesMaster" Target="/ppt/notesMasters/notesMaster1.xml" Id="R5a06f0589bbe445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630e731afb24b31" /><Relationship Type="http://schemas.openxmlformats.org/officeDocument/2006/relationships/notesMaster" Target="/ppt/notesMasters/notesMaster1.xml" Id="Radf68b3777324a9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fc2e9e3421346b5" /><Relationship Type="http://schemas.openxmlformats.org/officeDocument/2006/relationships/notesMaster" Target="/ppt/notesMasters/notesMaster1.xml" Id="R63bc3cbc4a754f8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4f1b852748c452b" /><Relationship Type="http://schemas.openxmlformats.org/officeDocument/2006/relationships/notesMaster" Target="/ppt/notesMasters/notesMaster1.xml" Id="R30527e47c37848e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74828f41c7047bb" /><Relationship Type="http://schemas.openxmlformats.org/officeDocument/2006/relationships/notesMaster" Target="/ppt/notesMasters/notesMaster1.xml" Id="Rd584af77b192490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26fa154fea54f99" /><Relationship Type="http://schemas.openxmlformats.org/officeDocument/2006/relationships/notesMaster" Target="/ppt/notesMasters/notesMaster1.xml" Id="R9e02930fe7e043d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f50e2fce8d641ac" /><Relationship Type="http://schemas.openxmlformats.org/officeDocument/2006/relationships/notesMaster" Target="/ppt/notesMasters/notesMaster1.xml" Id="Rdc93ef3a553c43b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f5059e0f23a421b" /><Relationship Type="http://schemas.openxmlformats.org/officeDocument/2006/relationships/notesMaster" Target="/ppt/notesMasters/notesMaster1.xml" Id="Rf53e6ab8006a4fa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3ce2fec217a4fdf" /><Relationship Type="http://schemas.openxmlformats.org/officeDocument/2006/relationships/notesMaster" Target="/ppt/notesMasters/notesMaster1.xml" Id="R9a30531d57a94d1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91585d6496d4260" /><Relationship Type="http://schemas.openxmlformats.org/officeDocument/2006/relationships/notesMaster" Target="/ppt/notesMasters/notesMaster1.xml" Id="Rce722653c19d479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b4eb79db71d415d" /><Relationship Type="http://schemas.openxmlformats.org/officeDocument/2006/relationships/notesMaster" Target="/ppt/notesMasters/notesMaster1.xml" Id="R3a8eba72c51f488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db36bb733424db9" /><Relationship Type="http://schemas.openxmlformats.org/officeDocument/2006/relationships/notesMaster" Target="/ppt/notesMasters/notesMaster1.xml" Id="R60a1f60062fb4fd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9f6524bc3c64022" /><Relationship Type="http://schemas.openxmlformats.org/officeDocument/2006/relationships/notesMaster" Target="/ppt/notesMasters/notesMaster1.xml" Id="R5c7c357762ae4f5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63cef739a0b45ca" /><Relationship Type="http://schemas.openxmlformats.org/officeDocument/2006/relationships/notesMaster" Target="/ppt/notesMasters/notesMaster1.xml" Id="Re4a929cb0c1345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content/source-materials/derived/lesomontazhnye-raboty/presentation.pptx</a:t>
            </a:r>
          </a:p>
          <a:p xmlns:a="http://schemas.openxmlformats.org/drawingml/2006/main">
            <a:r>
              <a:t>- Reviewed KK text map: content/localizations/staged-2026-09-01/presentations/lesomontazhnye-raboty/kk/text-map.json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d00a53edd42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a8eeb6f10149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3e2a75eb134e3b" /><Relationship Type="http://schemas.openxmlformats.org/officeDocument/2006/relationships/slideLayout" Target="/ppt/slideLayouts/slideLayout1.xml" Id="R3536a17127f546d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20b4ccc49d54db2" /><Relationship Type="http://schemas.openxmlformats.org/officeDocument/2006/relationships/slideLayout" Target="/ppt/slideLayouts/slideLayout2.xml" Id="Rc54f90c7264c4d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36a17127f546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c54f90c7264c4da1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feaa3249044e81" /><Relationship Type="http://schemas.openxmlformats.org/officeDocument/2006/relationships/image" Target="/ppt/media/image.jpeg" Id="R3c9cb40537124ad8" /><Relationship Type="http://schemas.openxmlformats.org/officeDocument/2006/relationships/image" Target="/ppt/media/image.png" Id="R97706fc196ac4703" /><Relationship Type="http://schemas.openxmlformats.org/officeDocument/2006/relationships/notesSlide" Target="/ppt/notesSlides/notesSlide1.xml" Id="Rf2c3db763f5440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bb808096e44dba" /><Relationship Type="http://schemas.openxmlformats.org/officeDocument/2006/relationships/image" Target="/ppt/media/image2.png" Id="R7c3f088f087343dc" /><Relationship Type="http://schemas.openxmlformats.org/officeDocument/2006/relationships/notesSlide" Target="/ppt/notesSlides/notesSlide2.xml" Id="Rd438f8bfce8044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165bab0d2146c5" /><Relationship Type="http://schemas.openxmlformats.org/officeDocument/2006/relationships/image" Target="/ppt/media/image3.png" Id="R7402bbb3e51f46e9" /><Relationship Type="http://schemas.openxmlformats.org/officeDocument/2006/relationships/notesSlide" Target="/ppt/notesSlides/notesSlide3.xml" Id="R73a6257f6c6c45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9e3a32ea7c4ed1" /><Relationship Type="http://schemas.openxmlformats.org/officeDocument/2006/relationships/image" Target="/ppt/media/image2.jpeg" Id="Ra834fb338ae148ed" /><Relationship Type="http://schemas.openxmlformats.org/officeDocument/2006/relationships/image" Target="/ppt/media/image4.png" Id="R3bef4ac429894b5b" /><Relationship Type="http://schemas.openxmlformats.org/officeDocument/2006/relationships/notesSlide" Target="/ppt/notesSlides/notesSlide4.xml" Id="Re842005690e441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3465caa81f4f4f" /><Relationship Type="http://schemas.openxmlformats.org/officeDocument/2006/relationships/image" Target="/ppt/media/image5.png" Id="Rd184088a83db41d2" /><Relationship Type="http://schemas.openxmlformats.org/officeDocument/2006/relationships/notesSlide" Target="/ppt/notesSlides/notesSlide5.xml" Id="Rc6fa979177fa40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e5dc0955d7495c" /><Relationship Type="http://schemas.openxmlformats.org/officeDocument/2006/relationships/image" Target="/ppt/media/image6.png" Id="Rd7f18204f8264533" /><Relationship Type="http://schemas.openxmlformats.org/officeDocument/2006/relationships/notesSlide" Target="/ppt/notesSlides/notesSlide6.xml" Id="R2e37178f38244d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8095adb5324e9f" /><Relationship Type="http://schemas.openxmlformats.org/officeDocument/2006/relationships/image" Target="/ppt/media/image7.png" Id="R86c7938088884a8e" /><Relationship Type="http://schemas.openxmlformats.org/officeDocument/2006/relationships/notesSlide" Target="/ppt/notesSlides/notesSlide7.xml" Id="Rf7f2ca8e736d41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eeb4801a4f4968" /><Relationship Type="http://schemas.openxmlformats.org/officeDocument/2006/relationships/image" Target="/ppt/media/image8.png" Id="Rd97626b9282d4216" /><Relationship Type="http://schemas.openxmlformats.org/officeDocument/2006/relationships/notesSlide" Target="/ppt/notesSlides/notesSlide8.xml" Id="R8e1b22aad1d64b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dcfc69afe74802" /><Relationship Type="http://schemas.openxmlformats.org/officeDocument/2006/relationships/image" Target="/ppt/media/image3.jpeg" Id="Rff8743de7ba5425f" /><Relationship Type="http://schemas.openxmlformats.org/officeDocument/2006/relationships/image" Target="/ppt/media/image9.png" Id="R9e8c7a7451414ec5" /><Relationship Type="http://schemas.openxmlformats.org/officeDocument/2006/relationships/notesSlide" Target="/ppt/notesSlides/notesSlide9.xml" Id="Rf4a05d55b99d4f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449519f80146f2" /><Relationship Type="http://schemas.openxmlformats.org/officeDocument/2006/relationships/image" Target="/ppt/media/image10.png" Id="R7139f73225134f2c" /><Relationship Type="http://schemas.openxmlformats.org/officeDocument/2006/relationships/notesSlide" Target="/ppt/notesSlides/notesSlide10.xml" Id="Rda21f3595bc74c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e26239e5ad4a2f" /><Relationship Type="http://schemas.openxmlformats.org/officeDocument/2006/relationships/image" Target="/ppt/media/image11.png" Id="Rb918e896c7f94fd4" /><Relationship Type="http://schemas.openxmlformats.org/officeDocument/2006/relationships/notesSlide" Target="/ppt/notesSlides/notesSlide11.xml" Id="R200d366e009e47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36882977b0487b" /><Relationship Type="http://schemas.openxmlformats.org/officeDocument/2006/relationships/image" Target="/ppt/media/image4.jpeg" Id="R44f48f73abf54e71" /><Relationship Type="http://schemas.openxmlformats.org/officeDocument/2006/relationships/image" Target="/ppt/media/image12.png" Id="R367fc310d5244357" /><Relationship Type="http://schemas.openxmlformats.org/officeDocument/2006/relationships/notesSlide" Target="/ppt/notesSlides/notesSlide12.xml" Id="Re1e15af5af414e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7f38255d454f1d" /><Relationship Type="http://schemas.openxmlformats.org/officeDocument/2006/relationships/image" Target="/ppt/media/image5.jpeg" Id="R8feb1d0212e140b0" /><Relationship Type="http://schemas.openxmlformats.org/officeDocument/2006/relationships/image" Target="/ppt/media/image13.png" Id="Rffdcb03eca2145f2" /><Relationship Type="http://schemas.openxmlformats.org/officeDocument/2006/relationships/notesSlide" Target="/ppt/notesSlides/notesSlide13.xml" Id="R1bf0c2149f3c40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04b7cf78c044b5" /><Relationship Type="http://schemas.openxmlformats.org/officeDocument/2006/relationships/image" Target="/ppt/media/image6.jpeg" Id="Rfb10507f72914e14" /><Relationship Type="http://schemas.openxmlformats.org/officeDocument/2006/relationships/image" Target="/ppt/media/image14.png" Id="R3b32a2a598c2486f" /><Relationship Type="http://schemas.openxmlformats.org/officeDocument/2006/relationships/notesSlide" Target="/ppt/notesSlides/notesSlide14.xml" Id="R6dcf6f29572449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0b702690d344ff" /><Relationship Type="http://schemas.openxmlformats.org/officeDocument/2006/relationships/image" Target="/ppt/media/image15.png" Id="R48dbb36c78cb4464" /><Relationship Type="http://schemas.openxmlformats.org/officeDocument/2006/relationships/notesSlide" Target="/ppt/notesSlides/notesSlide15.xml" Id="R69ef86c8a44144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bdb27def234c14" /><Relationship Type="http://schemas.openxmlformats.org/officeDocument/2006/relationships/image" Target="/ppt/media/image7.jpeg" Id="R5c150a42f38d4c19" /><Relationship Type="http://schemas.openxmlformats.org/officeDocument/2006/relationships/image" Target="/ppt/media/image16.png" Id="Rcea7e442f7b84858" /><Relationship Type="http://schemas.openxmlformats.org/officeDocument/2006/relationships/notesSlide" Target="/ppt/notesSlides/notesSlide16.xml" Id="R868225163a9e4c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ef44d11292453d" /><Relationship Type="http://schemas.openxmlformats.org/officeDocument/2006/relationships/image" Target="/ppt/media/image17.png" Id="Ra76219e830224c5d" /><Relationship Type="http://schemas.openxmlformats.org/officeDocument/2006/relationships/notesSlide" Target="/ppt/notesSlides/notesSlide17.xml" Id="R6ee1da319e8649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e20b2eaf764cbf" /><Relationship Type="http://schemas.openxmlformats.org/officeDocument/2006/relationships/image" Target="/ppt/media/image8.jpeg" Id="R4e9b0f8a8c1d4da0" /><Relationship Type="http://schemas.openxmlformats.org/officeDocument/2006/relationships/image" Target="/ppt/media/image18.png" Id="R08f9603be3214b9c" /><Relationship Type="http://schemas.openxmlformats.org/officeDocument/2006/relationships/notesSlide" Target="/ppt/notesSlides/notesSlide18.xml" Id="Reeabc9e9ca614f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def6ed57114302" /><Relationship Type="http://schemas.openxmlformats.org/officeDocument/2006/relationships/image" Target="/ppt/media/image19.png" Id="R9ed49f2a331644f3" /><Relationship Type="http://schemas.openxmlformats.org/officeDocument/2006/relationships/notesSlide" Target="/ppt/notesSlides/notesSlide19.xml" Id="Ra7462f730cb645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cbda6ff07b4812" /><Relationship Type="http://schemas.openxmlformats.org/officeDocument/2006/relationships/image" Target="/ppt/media/image9.jpeg" Id="R1d807c4c69cb4659" /><Relationship Type="http://schemas.openxmlformats.org/officeDocument/2006/relationships/image" Target="/ppt/media/image20.png" Id="Rafb6e41b0dec40da" /><Relationship Type="http://schemas.openxmlformats.org/officeDocument/2006/relationships/notesSlide" Target="/ppt/notesSlides/notesSlide20.xml" Id="Re500dab2895746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6bb760384b4022" /><Relationship Type="http://schemas.openxmlformats.org/officeDocument/2006/relationships/image" Target="/ppt/media/image21.png" Id="Rea41c811ce7444b2" /><Relationship Type="http://schemas.openxmlformats.org/officeDocument/2006/relationships/notesSlide" Target="/ppt/notesSlides/notesSlide21.xml" Id="R11003cbd55654a2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0951c209424b68" /><Relationship Type="http://schemas.openxmlformats.org/officeDocument/2006/relationships/image" Target="/ppt/media/image22.png" Id="R825e80ddb435449f" /><Relationship Type="http://schemas.openxmlformats.org/officeDocument/2006/relationships/notesSlide" Target="/ppt/notesSlides/notesSlide22.xml" Id="Ra5b2a981f3c84f3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7613fc5f694771" /><Relationship Type="http://schemas.openxmlformats.org/officeDocument/2006/relationships/image" Target="/ppt/media/image10.jpeg" Id="Ra02eec914057446d" /><Relationship Type="http://schemas.openxmlformats.org/officeDocument/2006/relationships/image" Target="/ppt/media/image23.png" Id="R049d55c4f3da4d39" /><Relationship Type="http://schemas.openxmlformats.org/officeDocument/2006/relationships/notesSlide" Target="/ppt/notesSlides/notesSlide23.xml" Id="R8928083d1bc7454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31aa81234a4f55" /><Relationship Type="http://schemas.openxmlformats.org/officeDocument/2006/relationships/image" Target="/ppt/media/image11.jpeg" Id="R2c7469ca0396480b" /><Relationship Type="http://schemas.openxmlformats.org/officeDocument/2006/relationships/image" Target="/ppt/media/image24.png" Id="Ra30ce378e9114a07" /><Relationship Type="http://schemas.openxmlformats.org/officeDocument/2006/relationships/notesSlide" Target="/ppt/notesSlides/notesSlide24.xml" Id="R49fdec7f82cd420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4e0116dc4849d1" /><Relationship Type="http://schemas.openxmlformats.org/officeDocument/2006/relationships/image" Target="/ppt/media/image25.png" Id="R06b231523c1f4967" /><Relationship Type="http://schemas.openxmlformats.org/officeDocument/2006/relationships/notesSlide" Target="/ppt/notesSlides/notesSlide25.xml" Id="R5049f4883e524e5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3cda9ea8b34427" /><Relationship Type="http://schemas.openxmlformats.org/officeDocument/2006/relationships/image" Target="/ppt/media/image26.png" Id="R332495b884bd4b0b" /><Relationship Type="http://schemas.openxmlformats.org/officeDocument/2006/relationships/notesSlide" Target="/ppt/notesSlides/notesSlide26.xml" Id="Rb927a6d8bec5491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5f0884ad684e3b" /><Relationship Type="http://schemas.openxmlformats.org/officeDocument/2006/relationships/image" Target="/ppt/media/image27.png" Id="R434a8627b1c741d8" /><Relationship Type="http://schemas.openxmlformats.org/officeDocument/2006/relationships/notesSlide" Target="/ppt/notesSlides/notesSlide27.xml" Id="R4f5dd8a5a020415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47efc1efc74002" /><Relationship Type="http://schemas.openxmlformats.org/officeDocument/2006/relationships/image" Target="/ppt/media/image12.jpeg" Id="R8671a0ef232546c1" /><Relationship Type="http://schemas.openxmlformats.org/officeDocument/2006/relationships/image" Target="/ppt/media/image28.png" Id="R8c04420367e64650" /><Relationship Type="http://schemas.openxmlformats.org/officeDocument/2006/relationships/notesSlide" Target="/ppt/notesSlides/notesSlide28.xml" Id="Re30a528468e34b6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c0c7a12e914ff8" /><Relationship Type="http://schemas.openxmlformats.org/officeDocument/2006/relationships/image" Target="/ppt/media/image29.png" Id="R9b242d299bbf4c0e" /><Relationship Type="http://schemas.openxmlformats.org/officeDocument/2006/relationships/notesSlide" Target="/ppt/notesSlides/notesSlide29.xml" Id="R4972db3077b2467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1f9cab054a4784" /><Relationship Type="http://schemas.openxmlformats.org/officeDocument/2006/relationships/image" Target="/ppt/media/image30.png" Id="R87404243bfeb42d8" /><Relationship Type="http://schemas.openxmlformats.org/officeDocument/2006/relationships/notesSlide" Target="/ppt/notesSlides/notesSlide30.xml" Id="R5a9ff9b13ec64da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bed6b17fa14f6e" /><Relationship Type="http://schemas.openxmlformats.org/officeDocument/2006/relationships/image" Target="/ppt/media/image31.png" Id="R3dd334414cb14e70" /><Relationship Type="http://schemas.openxmlformats.org/officeDocument/2006/relationships/notesSlide" Target="/ppt/notesSlides/notesSlide31.xml" Id="Rce03269f72fd437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17c047da4049e0" /><Relationship Type="http://schemas.openxmlformats.org/officeDocument/2006/relationships/image" Target="/ppt/media/image32.png" Id="R621a486436314025" /><Relationship Type="http://schemas.openxmlformats.org/officeDocument/2006/relationships/notesSlide" Target="/ppt/notesSlides/notesSlide32.xml" Id="Ra25427c26a664c6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cd91d10a8d49c8" /><Relationship Type="http://schemas.openxmlformats.org/officeDocument/2006/relationships/image" Target="/ppt/media/image33.png" Id="Rd6639c22c469475a" /><Relationship Type="http://schemas.openxmlformats.org/officeDocument/2006/relationships/notesSlide" Target="/ppt/notesSlides/notesSlide33.xml" Id="R50a6eb8b1f6e464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35dec0523d4daf" /><Relationship Type="http://schemas.openxmlformats.org/officeDocument/2006/relationships/image" Target="/ppt/media/image34.png" Id="R395d8070a00442c4" /><Relationship Type="http://schemas.openxmlformats.org/officeDocument/2006/relationships/notesSlide" Target="/ppt/notesSlides/notesSlide34.xml" Id="R5b016c6f7b054cb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cd553255874424" /><Relationship Type="http://schemas.openxmlformats.org/officeDocument/2006/relationships/image" Target="/ppt/media/image35.png" Id="R2a4aee33fb1640bd" /><Relationship Type="http://schemas.openxmlformats.org/officeDocument/2006/relationships/notesSlide" Target="/ppt/notesSlides/notesSlide35.xml" Id="R527bd666e465495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be68fb41334123" /><Relationship Type="http://schemas.openxmlformats.org/officeDocument/2006/relationships/image" Target="/ppt/media/image36.png" Id="R008ed880fef94d43" /><Relationship Type="http://schemas.openxmlformats.org/officeDocument/2006/relationships/notesSlide" Target="/ppt/notesSlides/notesSlide36.xml" Id="R810ed9e1f24f471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203069d70246da" /><Relationship Type="http://schemas.openxmlformats.org/officeDocument/2006/relationships/image" Target="/ppt/media/image37.png" Id="R3cdb2bceebf44a67" /><Relationship Type="http://schemas.openxmlformats.org/officeDocument/2006/relationships/notesSlide" Target="/ppt/notesSlides/notesSlide37.xml" Id="R36cc61207b6648e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adb89581ee4330" /><Relationship Type="http://schemas.openxmlformats.org/officeDocument/2006/relationships/image" Target="/ppt/media/image38.png" Id="R2fa3571f807b4812" /><Relationship Type="http://schemas.openxmlformats.org/officeDocument/2006/relationships/notesSlide" Target="/ppt/notesSlides/notesSlide38.xml" Id="R8dff8e756aef4af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ba2fcc94704bf5" /><Relationship Type="http://schemas.openxmlformats.org/officeDocument/2006/relationships/image" Target="/ppt/media/image39.png" Id="R0a5f99fc863449cc" /><Relationship Type="http://schemas.openxmlformats.org/officeDocument/2006/relationships/notesSlide" Target="/ppt/notesSlides/notesSlide39.xml" Id="Rd12d6b290b1045d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c938b0b59642f1" /><Relationship Type="http://schemas.openxmlformats.org/officeDocument/2006/relationships/image" Target="/ppt/media/image40.png" Id="R2d778cdda40a41b4" /><Relationship Type="http://schemas.openxmlformats.org/officeDocument/2006/relationships/notesSlide" Target="/ppt/notesSlides/notesSlide40.xml" Id="Rab18fa402914435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f8df39659f4f34" /><Relationship Type="http://schemas.openxmlformats.org/officeDocument/2006/relationships/image" Target="/ppt/media/image41.png" Id="Rf9ebf1d875a64aa1" /><Relationship Type="http://schemas.openxmlformats.org/officeDocument/2006/relationships/notesSlide" Target="/ppt/notesSlides/notesSlide41.xml" Id="R70ea6be8c56d4a7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876ecd30324bc0" /><Relationship Type="http://schemas.openxmlformats.org/officeDocument/2006/relationships/image" Target="/ppt/media/image42.png" Id="Ra010c7d49a5a4683" /><Relationship Type="http://schemas.openxmlformats.org/officeDocument/2006/relationships/notesSlide" Target="/ppt/notesSlides/notesSlide42.xml" Id="Rab770677fdde42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CB485-9B86-4423-AE5F-C5BDADE4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3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cb40537124a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F002B-F5AA-4A54-BD06-4183F5F9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334047EF-4026-4491-BC3C-BE5A0C82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ОҚУ КУРСЫ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924C77B5-0008-4B9D-8EA2-023F698A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36E2D-BE32-463F-AC1E-ED1D4EE8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8374C29F-7C9B-412A-8A19-407450D5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қауіпсіз монтаждау, пайдалану және бөлшектеу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C4EF90E2-10C2-4759-805D-517C8246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Жұмысшылар мен желілік қызметкерлерді оқыту курсы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DDA93-DC09-47C4-B55B-F6808E50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6B88D15-C4DA-40F4-8DDA-35EEE5BE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CD144C0-1CCD-4D4D-8385-D3A589C3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06fc196ac470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56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7EC3B-F170-4C2B-9663-B51E6503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369EC0F-AA65-4A9C-91A9-9F374E25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Курстан кейін жұмыскер мүмкін болады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F04891EF-8F68-4058-B1FD-F5F74576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A942F-4BCC-48A0-A3CB-DE4C6841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8B5467A4-F54C-4099-BB3D-CDE7B1B0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Монтаждау алдында жұмысқа рұқсатты, жобаны, негізді және қауіпті аймақты тексеру.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447C63EC-6171-4ACF-B006-5322BD77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3221C-A165-4280-973A-EB8CC56F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688E9FE9-2BD3-4759-BFAC-922F6364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020"/>
                </a:solidFill>
                <a:latin typeface="Arial"/>
                <a:ea typeface="Arial"/>
                <a:cs typeface="Arial"/>
              </a:rPr>
              <a:t>Құрылыс мінбелерінің негізгі элементтерін және байланыстардың, төсемдердің әрі қоршаулардың мақсатын ажырату.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F3F6A42A-AE6F-4D3D-AFC5-1F6A364F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F3F1B-39F4-456D-B76A-A2929B5F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02296A37-C882-4E6A-8115-187E1655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202020"/>
                </a:solidFill>
                <a:latin typeface="Arial"/>
                <a:ea typeface="Arial"/>
                <a:cs typeface="Arial"/>
              </a:rPr>
              <a:t>Құрылыс мінбелерін қауіпсіз пайдалану және оларды пайдалануға рұқсат беру мәртебесін түсіну.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EC5EC787-EBA0-4B19-86F7-C5F20A5B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0638D-BBA9-46B5-A6ED-64596A25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821A37B4-F3A9-4435-ABB3-4AF5B0FA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Деформация, шөгу, шамадан тыс жүктеме немесе қауіпті ауа райы орын алса, жұмысты тоқтатыңыз.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38C4D-02AE-4443-8424-427F6031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87D61-7AA9-48C4-A72D-83EB541F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422ADB1-C058-47B9-BFBD-2F3B161E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Орналардың қауіпсіздігі бір күшті элементпен емес, тұтас жүйемен анықталады.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3447D-9AD6-486C-A6C3-DCC1A402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53DC829-3A5D-4168-90CB-F2CB7219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2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A56F9BB-CBB6-4EB5-AA9F-C9DB85FF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f088f087343d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00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1F2E8E-3AD1-436B-A53A-D2AB5EA0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5E25B18-52E6-46F6-8E05-F2B857D9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Курс логикасы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8B71EB93-A17C-445C-9114-3BF78D1F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708C7-4D83-48EB-80E1-3F030414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70753423-3676-444A-8BD8-5681C7EC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Қабылдау, рөлдер және жоспарлау.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CCEC15B3-0774-41DA-8C3A-3D8BBB2C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A3120-9A9B-4E43-819A-E336F89A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EC056514-64F5-4526-A180-8C7E81E9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Элементтер, негіз және тұрақтылық.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70DC8B3C-9380-4AAF-97D5-C4955935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EA877-A302-4525-9EDB-B012C320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0023F8C6-E4B5-4ACF-AFA4-84783EC8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Еден, кіру және құлаудан қорғау.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67533B8A-98B0-446F-8C47-2B692F27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51B40-220D-41A0-8550-06B44E27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8AE8421F-31FB-4D81-A95A-CCAB8E12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Тексеру, пайдалану және бөлшектеу.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72B46560-ABA0-48B7-9EE0-929FB3EB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4C3F6-3D6A-4745-ADFD-B85A6DE1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DE094F70-CC7D-4593-AA74-1CE05D87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Жұмысты тоқтату және төтенше жағдайлар.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E282A-F862-4E82-BB3A-B631D44B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271FE-2AB8-4BF6-AFA7-D9287220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КУРС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1A0E6-CDD9-4489-92AC-D7B474C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семантикалық блоктар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A3A16-8F52-4F09-B24B-A053FC23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B672E2C-1351-485B-A9C6-0CDCDD47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6F0C2F2-DD96-4C2A-ABAF-5DD18986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2bbb3e51f46e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5F5DB99D-BE2B-47CB-9B0D-1B73D6D6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34926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994D2-9AF4-400C-A661-0C9FBB4A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3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4fb338ae148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AA37C042-EB37-434D-A5C5-22F7F336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F25D6-32B9-4229-9A0C-82133BC7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EA387B2F-8016-47C7-92E3-592844D8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Қабылдау және жоспарлау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D9DBBB6F-2F25-4183-95AE-B30EBF3D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Орнату жауапты тұлғаларды тағайындаудан, құрылыс алаңының жағдайын жобалаудан және бағалаудан басталады.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C9946-17FF-4061-B933-BD4C87D6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5E2EF2E-BD0A-412F-A74D-00CD999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C1DFA9E-34B0-417C-B06B-71496AA0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f4ac429894b5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96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572AF-8C2B-499E-9353-01969529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EA6289C-D4FB-42ED-9DEC-0061C605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Орнатуды оқытылған топ жүзеге асырады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BDFD5-904C-407F-9DF5-62FD79F0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Монтаждау, өзгерту және бөлшектеу жұмыстары тағайындалған басшылықпен оқытылған жұмыскерлерге тапсырылады.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Тексеру мен пайдалануға рұқсат беруді осы міндет жүктелген және құрылыс мінбелері жүйесін білетін тұлға орындайды.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Пайдаланушы төсемді, байланыстарды, бекітпелерді немесе қоршауларды өз бетінше өзгертпейді.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Биіктікте, электр қауіпті аймақтарда және көтеру операцияларында жұмыс істеуге рұқсаттар бөлек тексеріледі.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160DE-E647-42A7-8201-FBB1A705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23956-C332-4A56-88BE-A047D81B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E162DB7-B464-4536-B285-340E1EF9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9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Құрылыс мінбелерін пайдалану құқығы оларды өз бетінше өзгерту құқығын бермейді.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031AC-838F-449C-9ACF-59847037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B53273C-6DA3-462C-AC37-D49F4B18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Биіктіктегі жұмыстар — № 109 бұйрық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45A4056-C6AE-4852-99FE-7D8F58B0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D705CA-5630-4344-AA8C-F79E4B2E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4088a83db41d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01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F0584-5DDF-4E59-B94A-FE69AF59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4EAC4F3-8FB0-4ABD-9485-59D7B8B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Рөлдер жауапкершілікті бөліседі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83D18-BA00-4B3F-9A80-A58D0446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жетекшісі реттілікті, ресурстарды және қауіпсіз жағдайларды жоспарлайды.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Монтаждаушы монтаждау сұлбасын орындайды, элементті орнатпас бұрын тексереді және ауытқу туралы хабарлайды.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Тағайындалған құзыретті тұлға жүйені қарап, пайдалануға рұқсат мәртебесін тіркейді.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Пайдаланушы жұмыс алдында көзбен шолып тексереді және шектеулерді сақтайды.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A65DB-ABF0-4A48-8306-8AB7C42B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67719-F079-4B21-AE50-D3AF7F72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D0F5EC2-6455-480A-9B87-8A542FDB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Әркім өз тексеруіне жауапты, бірақ өзгертулерге тек уәкілетті тұлға рұқсат етеді.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6B8F7-C637-43F2-AF92-277F929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B67FDB9-39D3-4E5D-B0AB-EE9BA7C9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887CB25-B607-4F5D-845D-8EBF3EC9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18204f826453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9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998D8-51AC-47CA-9222-2DE548B6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871A18E-38AE-4788-8072-B9C4AC4F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Биіктікте жұмыс 1,3 метрден басталады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3BF75-ED69-4A2B-8CF2-8B8404F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Биіктікте жұмыс 1,3 м немесе одан жоғары биіктіктегі немесе тереңдіктегі жұмысты қамтиды.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Сондай-ақ құлаудың қоршалмаған шекарасынан 2 м-ден аз қашықтық ескеріледі.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Қауіпсіздік ұжымдық қорғаныспен, қолжетімділікпен және қажет болған жағдайда қауіпсіздік торымен қамтамасыз етіледі.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Нақты шаралар жұмыс жобасында және жұмысқа рұқсатта жазылады.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D9917-AA98-46FB-B8F0-E3A56963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70F0E-D501-450C-9260-9E8DA5FB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8E67D52-658D-44EE-998B-F30E2904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Биіктігі құлау жиегі мен нақты қол жеткізумен бірге бағаланады.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E82AE-642F-4FD1-9614-5F050114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E58D1CA-CA7A-4347-98BD-43CEC42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Биіктіктегі жұмыстар — № 109 бұйрық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D35F743-AF5C-419E-95E6-206C9A25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A1A85BB-D434-41B5-BAB5-719439E3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7938088884a8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56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BC734-99A0-42DB-9A0A-DDDFBB68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F8E5F86-BA32-4B87-99E3-C8372FF6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Жоспарлау орнатудың алдында болады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C79C0-F5E1-4291-8150-7D6C8DB7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42225-B4F6-49A8-B8E2-601EAF3F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C0DCAA61-0BBA-4281-9166-89B78202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05C38838-0EB3-4239-9122-57207FD6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Зерттеу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21E58A02-741E-435C-B10E-2008AFD9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Жобаны, жүйенің техникалық паспортын, монтаждау сұлбасын, наряд-рұқсатты және шектеулерді.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B0128-5C68-4577-AB0E-9882214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606F639-7065-449A-B8B3-78F93FFA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3CCF3BE1-7F7F-4212-9E21-02751057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Тексеру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3D124A5D-C8F5-4458-A840-E48FE2C5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Негіз, қасбет, саңылаулар, коммуникациялар, көлік қозғалысы және ауа райы.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56F3F-5492-4BE2-B0C5-67457154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762A112C-2838-4609-8CA0-F624E841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57573352-183A-4691-B2D6-5AD604CA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Ұйымдастыру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7924063C-D270-4FF3-9BFD-41F1FC29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Қауіпті аймақ, сақтау, көтеру, кіру және құтқару операциялары.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C51FD-E3B0-4B13-B227-0ED99A75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5778B92F-01F2-46B1-A461-CA6C0B2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4447E053-44E4-4DC2-B6F8-FF8C452D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Нұсқау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B9E41536-A5DA-4BF4-B199-BFBA0865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Рөлдерді, сигналдарды, орнату ретін және тоқтату шарттарын таратыңыз.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249EB-B0E5-41B3-B748-BDF6256C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A3253-023A-4ECA-A313-AAAEE5C5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F5160C6F-E229-4785-9FF5-A74492DE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Құрылыс мінбесінің түрі белгісіз немесе монтаждау сызбасы жоқ болса, монтажды бастауға болмайды.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EC299F-ED3F-4188-AAFA-C5841082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A0E909C-50CF-4514-AAFC-776A8C95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Биіктіктегі жұмыстар — № 109 бұйрық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DD7556F-0EDD-4B75-B036-1B253C6B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CFC2A60-0E46-42A4-9B7D-B657D81C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626b9282d421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946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BA5F2-1E9B-433E-807A-57D8B5C8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C69783A-CFA8-4DBF-887B-F7BF0724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Қауіпті аймақ жұмысқа дейін қоршалады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4D7D4-3B6A-4C93-A720-A56AA246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Шекара биіктікке, жұмыстың сипатына және заттардың ықтимал құлау траекториясына қарай белгіленеді.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Қоршаулар мен белгілер анық көрінетін, орнықты және жаңа қауіп тудырмайтын болуы тиіс.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Аймақ арқылы адамдардың өтуі мен техниканың қозғалысы келісіледі немесе тоқтатылады.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Материалдарды аймақ шекарасынан тыс, эвакуация жолдарын бөгейтіндей етіп орналастырмайды.</a:t>
            </a:r>
          </a:p>
        </p:txBody>
      </p:sp>
      <p:pic>
        <p:nvPicPr>
          <p:cNvPr id="18" name="VISUAL_03_s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743de7ba542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33DBB957-A776-461B-99B9-FB9BAC6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Қоршау астындағы адамдарды бірінші элемент жоғарыда пайда болғанға дейін қорғайды.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E190B-CE1A-4642-84EC-74830168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851E569-A4CB-4AD7-B638-9207687E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Биіктіктегі жұмыстар — № 109 бұйрық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B6A8168-18FF-43C5-963B-C5C29763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AA872A5-6532-45E3-844D-12720BB0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c7a7451414ec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0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9967E-3051-495E-8305-96CE1E73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BC60D33-DA73-41F1-A88F-E08B6692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D5BD3-3F65-4EE8-B85F-12B313DD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9E5C6AFB-10B3-4C2B-9E3D-DE735101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7442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Құрылыс мінбесі: жүйе, орнықтылық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7A91C5FB-2E83-45E2-B011-047B731A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Өлшемдер, қадамдар мен бекітпелер тек нақты жүйенің жобасы, техникалық паспорты және сұлбасы бойынша қабылданады.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34B64-09B4-4069-9629-15C4A1EA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ABE2DA5-F4AF-4D21-9094-21076FC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01DEE48-7EA6-4BF7-9B3B-301A8655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9f73225134f2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31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41499-5524-4E34-8B85-47008C57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A0FDA03-211E-4B28-9EAA-2CF03711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Құрылыс мінбесі түрі жинауды айқындайды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EFAF4-5CF0-49BE-ACDD-6370E0DF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Жақтау, қысқыш, сына және басқа жүйелерде әртүрлі құрамдас бөліктер мен шектеулер бар.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Әртүрлі жүйелердің элементтері расталған үйлесімділіксіз араласпайды.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Диаграмма деңгейлердің ретін, биіктігін, қосылымдарды, бекітпелерді және қол жеткізуді көрсетеді.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Зақымдалған немесе белгісіз зат әмбебап ауыстыру ретінде пайдаланылмайды.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992CD-869D-44DC-926B-6B8E7AA2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580AE-2C55-4017-9473-F75145E6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B2B392C-C964-4ED2-AEAD-A9FDA6B5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Барлық тіректер үшін әмбебап орнату схемасы жоқ.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D5C4A-2ED4-449E-B0EB-0DDBACD2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30CACAE-D1E0-4011-A251-E96061FD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37D678E-C4C8-47DD-BDBD-0ED1B17D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8e896c7f94fd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055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C978D-3363-46C5-B1CB-FA55B006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A16FA03-C315-4D5C-AA53-460EE876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Әрбір элемент өз функциясын орындайды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B220B-E89B-4096-ACAF-52D8505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Тік тіректер тік жүктемені негізге береді.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Ригельдер мен көлденең арқалықтар ярустарды қалыптастырып, төсемді ұстап тұрады.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Байланыстар мен қиғаш тіректер кеңістіктік қаттылықты қамтамасыз етеді.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Қамыттар, сыналар, құлыптар және бекітпелер жүйені дайындаушының сызбасына сәйкес біріктіреді.</a:t>
            </a:r>
          </a:p>
        </p:txBody>
      </p:sp>
      <p:pic>
        <p:nvPicPr>
          <p:cNvPr id="17" name="VISUAL_03_s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48f73abf54e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28CA787E-AB0C-468E-BA95-44FC8146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Бір элементті алып тастау бүкіл бөлімнің тұрақтылығын өзгертуі мүмкін.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CA36A-58D9-412D-BC23-6628F52C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193B21E-5D5F-434B-8C3A-C702BBCB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4FC8DDC-1365-471F-9185-E4C967C8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fc310d524435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205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E4400-7DAF-4019-AB92-E0611711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180C5E1-2E93-468B-940F-18F32056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Негіз жүкті қауіпсіз тасымалдайды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678FF-C24C-4FDD-9187-F82F9E70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Жүк көтергіштігін, тегістігін, дренажды, бос жерлерді, траншеяларды және ықтимал шөгуді бағалаңыз.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Мұз, борпылдақ топырақ, қоқыс және кездейсоқ төсемдер сенімді негіз болып табылмайды.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Жүктеме берілген тірек элементтері арқылы бөлінеді.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кезінде, әсіресе жауын-шашын мен қазу жұмыстарынан кейін іргетастың күйі бақыланады.</a:t>
            </a:r>
          </a:p>
        </p:txBody>
      </p:sp>
      <p:pic>
        <p:nvPicPr>
          <p:cNvPr id="17" name="VISUAL_03_s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b1d0212e140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954F45D7-916D-45D0-9AE8-8132B157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Тік тірек әлсіз іргетастың орнын толтырмайды.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BBB7D-724A-4225-AFBF-484314EE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032F560-5C70-4FA3-90A3-00069737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A664F13-44BB-4A57-B0A2-9B83B9F0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cb03eca2145f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826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74913-B75C-4F08-8DE0-8C670A49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903A78D-601E-4C9D-86E7-37EC106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Тірек тақталар мен негіздер бірге істейді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ECCDF-0B4B-496A-AB20-E3B48073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Тірек тақтасының өлшемі мен материалы жобаға және жүктеме есебіне сәйкес қабылданады.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Негізгі тақта толығымен төсемге тіреледі және шетінен салбырап қалмайды.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Бұрандалы домкрат өндіруші рұқсат еткен ауқымда ғана пайдаланылады.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Кірпіш, сынықтар және материалдың бос қаптамалары төсем ретінде пайдаланылмайды.</a:t>
            </a:r>
          </a:p>
        </p:txBody>
      </p:sp>
      <p:pic>
        <p:nvPicPr>
          <p:cNvPr id="17" name="VISUAL_03_s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0507f72914e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38B4A1E1-C00B-437D-817A-DAAA115A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Күмәнді ескі өлшемдер көшірілмейді: осы нақты құрылыс мінбелерінің жобасы қолданылады.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83D02-4B04-4EE8-AF9F-9C1588E1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F0E2106-C28F-4BB8-A618-57121F3C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D1F4688-78B5-4664-98C5-ABD836CB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2a2a598c2486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221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9EBAA-B53D-42D0-981B-61EF7D99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DC1C622-B183-43A5-A77C-AF69AB7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Орнату кезінде геометрия тексеріледі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B89F3-3C71-4439-9B98-B1EF174B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Әр учаскеден кейін тіктікті, көлденеңдікті және арақашықтықтарды тексереді.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Тіректердің, ярустардың және бекітпелердің қадамын жоба мен жүйенің техникалық паспорты бойынша қабылдайды.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Ауытқуды күшпен ию немесе кездейсоқ тіреу қою арқылы түзетпейді.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Монтаждауды жалғастырмас бұрын қисаю немесе шөгу себебін жояды.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3E735-0109-4E85-965F-972B95E3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03912-FAF3-4293-A080-E5840902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BF05228-C642-4C6F-9989-FCF6F72C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Жинақталған кішігірім қате биіктікте қауіпті сәйкессіздікке айналады.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1E9B9-6661-40DB-A0BA-93E7855B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0DC3EA4-5757-470D-81B6-55DFE9B4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0F86222-5360-42FB-9914-C783CB6F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bb36c78cb446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049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0AD94-27AE-4C44-A641-14270A1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733EBBD-1DA9-408A-967C-F362FD5A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Байланыстар жүйеге қаттылық береді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06447-DB99-43FF-B1D6-D618E118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Бойлық және көлденең қосылымдар диаграммада көрсетілген орындарда және реттілікте орнатылады.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Қосылым белгіленген түйіндерге дұрыс бекітілуі керек.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Уақытша алып қоюға ауыстыру шарасы бар рұқсат етілген процедура арқылы ғана рұқсат етіледі.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Соққыдан, қозғалыстан немесе қайта конфигурациялаудан кейін қосылымдар қайта тексеріледі.</a:t>
            </a:r>
          </a:p>
        </p:txBody>
      </p:sp>
      <p:pic>
        <p:nvPicPr>
          <p:cNvPr id="17" name="VISUAL_03_s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50a42f38d4c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5993345D-3EC7-455A-8478-C8A46EA1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төсем әлі жүктелмеген болса да, қосылымды "артық" деп санауға болмайды.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9991C-F661-470B-A415-391CA33C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4F13F4C-0B08-47FA-AD72-947807DD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7015229-9CAF-42DC-9C3F-21A84E33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7e442f7b8485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800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C6F54-71DD-4A1C-A2B5-9F7A82BA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384F244-52C6-47A2-BEA4-130D302E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Қиғаш тіректер жазықтықты орнықтырады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36BF3-302E-4DA3-B3BA-CA025186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Қиғаш тіректерді толық биіктікке жеткеннен кейін емес, монтаждау басталғаннан бастап орнатады.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Бағыты, саны және бекіту түйіндері нақты жүйенің сұлбасымен белгіленеді.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Майысқан, жарылған немесе бекітілмеген қиғаш тіректі пайдаланудан шығарады.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Өту немесе материал беру үшін оны өз бетінше алып тастауға тыйым салынады.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1C69F-251A-493B-BEDE-839970C4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0587E-0651-41CE-8250-BBCC5E63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DF59A50-F3A3-4FEB-AB28-4473A0AD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Қиғаш тіректің болмауы секцияның бүктеліп құлауына әкелуі мүмкін.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61CB3-15D3-42F7-A079-57772AE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DFCE2FB-06C9-46DD-B8AF-D0140761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967D9D1-904A-44AC-AA7D-218A0735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219e830224c5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51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8ABD6-38F0-464B-8E14-27169BB5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377AD43-9012-4206-BD75-04621346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713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Құрылымға бекіту сызба бойынша орындалады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B8323-426F-4FAC-ADC3-38976A07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Анкерлік түрі, негізі, құрастыру және орналасуы жоба мен есептеу арқылы анықталады.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Бекіткіш әлсіз немесе белгісіз материалға растаусыз орнатылмаған.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Анкерлер бос аймақтың тұрақтылығын сақтай отырып, дәйекті түрде орнатылады.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Бөлшектеу кезінде бекітпелерді алу кері тәртіпте және тек ярустарды босатқаннан кейін ғана жүзеге асырылады.</a:t>
            </a:r>
          </a:p>
        </p:txBody>
      </p:sp>
      <p:pic>
        <p:nvPicPr>
          <p:cNvPr id="17" name="VISUAL_03_s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b0f8a8c1d4d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058888C5-D31B-45D8-A957-E832A20C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Зәкірдің беріктігі сыртқы түрімен емес, дизайны мен іргетасы арқылы көрсетіледі.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87490-BE21-4080-BE4D-375296A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CF19BA0-62F2-4C20-9321-B3A5CF72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3C2971E-C284-4498-9008-6ADD0401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9603be3214b9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031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18433-D738-4337-97CC-4C14B17A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515C976-F64B-41FC-9B8E-23EA33A6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Жүктеме тірек сыныбымен шектелген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ED254-C28A-4804-8437-18634F16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Рұқсат етілген жүктеме жобада, жүйенің техникалық паспортында немесе таңбалануында көрсетіледі.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Адамдарды, материалдарды, құралдарды, тұғырықтарды, уақытша құрылғыларды және материал беру кезіндегі динамикалық әсерді ескереді.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Материалды біркелкі орналастырады және қорғалмаған жиекке жинамайды.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Жүктеме белгісіз немесе асып кетсе, ярусты босатып, тексереді.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7464B-4A80-4EEF-8D86-87128B72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731D2-3314-470E-A34C-04AE1B1F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1898C61-E7E5-4974-B76B-F87877CD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Ескі жүктеме мәндері бұл жүйе үшін растаусыз қолданылмайды.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FF83D-5E44-4CC3-8C57-301698A1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F16BAD0-6E9D-49C1-B8A6-43070EDE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E08FE9E-9712-4F32-8B9C-5BF0B265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49f2a331644f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323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FB4D1-4CF4-4CF5-8EB7-D2ED2703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3_s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07c4c69cb46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E1153A4A-ED1A-4472-A161-A0622B45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90F73-D209-45E3-A6A2-F2EC4EDD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78F148B-54B6-43F2-890D-F05B0152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төсем, кіру және қауіпсіздік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BC56D7EC-5535-4846-A4BC-3E101374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Жұмыс аймағы үздіксіз, қоршалған және құрылымға шықпай-ақ қолжетімді болуы керек.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F6E04-B6FB-4561-AA78-3148B2C1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87F6626-9321-4488-9B2B-2BCAA0ED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8922EE0-D322-4BEC-B3B9-34DF15C8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6e41b0dec40d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109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2A5A0-4D0C-4691-B660-B279BD60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F13AD8B-1892-4EB0-AA93-028B4460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төсем жүйе элементі ретінде таңдалды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E7178-3517-4A2F-9020-BB9DAF1A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Тақта және металл палубалар жүйеге, аралыққа және жүктемеге сәйкес болуы керек.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Зақымдалған тақталар, деформацияланған панельдер және құлыптары бос элементтер қабылданбайды.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төсем белгіленген бағытта және стандартты тіректерге төселеді.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еденінің орнына кездейсоқ тақталар мен материалдар пайдаланылмайды.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CF64F-5C37-4F06-B79E-730F88BE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373DB-C543-4293-A392-024FCF6B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235C43F-9FD8-447A-B8C1-4E21A557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төсем - бұл жай жүруге арналған бет емес, жүк көтергіш элемент.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5AD32-3933-495A-89FF-D7A1B3A7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EF71762-0A1F-41C6-8449-381487B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D61AAEC-3372-4CE7-8788-BDC5A967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1c811ce7444b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289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0B217-1D77-4AFE-A534-3F4BAA71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D286AD9-C6AC-4DAB-9374-C90DC518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төсем орын ауыстырудан қорғалған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7B0E0-F736-4DA3-B783-DAB4E38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Панельдер мен тақтайларды штаттық құлыптармен, тіректермен немесе көзделген тәсілмен бекітеді.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Саңылаулар мен айқас жабуды техникалық паспорт және монтаждау сұлбасы бойынша қабылдайды.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Тесіктер мен уақытша алынған учаскелерді дереу қоршайды.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Материалды жылжытқаннан кейін төсем мен қоршаулардың ығыспағанын тексереді.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0C181-D316-4EF3-9F1F-252BDCD3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4A79B-A707-4B4D-8C4B-BBBFB11E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9BA5F11-5AD5-4048-9BEA-887551DE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Адамдарды кіргізбес бұрын еденнің қозғалмайтындығы тексеріледі.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C20B9-B602-4D45-BE1A-B9C32500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DF2822D-5176-42DE-8A44-7219E1B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D153E29-7EAD-4396-96C7-C56C29CD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e80ddb435449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1133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1090C-E509-4175-9B88-652E0F64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14A3E91-6483-4FEA-8A60-03657ED1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Қорғау шетінен құлаудан қорғайды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07541-3FB0-406B-ABB9-C299865E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Тұтқалар, аралық элементтер және бүйірлік қорғаныс жүйе мен дизайнға сәйкес орнатылады.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Қоршау жұмыс деңгейінде және ұштарында үздіксіз болуы керек.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Алынған қоршау элементі бірден баламалы өлшеммен ауыстырылып, қалпына келтіріледі.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Тұтқада тұруға немесе оны өрмелеу үшін тірек ретінде пайдалануға тыйым салынады.</a:t>
            </a:r>
          </a:p>
        </p:txBody>
      </p:sp>
      <p:pic>
        <p:nvPicPr>
          <p:cNvPr id="18" name="VISUAL_03_s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eec91405744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48EBF9C4-909D-432E-9F27-3D9B32DA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Ұжымдық қорғаныс бір уақытта барлық жұмысшыларға қолданылады.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DF665-9253-4C5E-9053-A9FA3ED2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9B30B8F-92AF-43A3-8B2A-4685F7A7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Биіктіктегі жұмыстар — № 109 бұйрық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506131C-DF1D-4B6E-BEE9-E40727C3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B59E25C-6323-4FA4-BF63-CE0066A8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9d55c4f3da4d3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735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2291C-8369-4BD0-8497-2D84D33F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BB301EC-B661-4F99-9A64-B73F1A4C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Кіру жолы құрылымнан бөлек жасалады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1A790-6324-4BE7-99AC-C25187C4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Деңгейлер берілген баспалдақтар, баспалдақтар немесе мұнаралар арқылы көтеріледі.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Бекіткіштерге, бағаналарға, сыртқы бөліктерге немесе бос элементтерге шықпаңыз.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Кіру және шығу қорғалған саңылаусыз қоршаудан өтуді қажет етпеуі керек.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Люктер мен платформалар материалдардан бос ұсталады.</a:t>
            </a:r>
          </a:p>
        </p:txBody>
      </p:sp>
      <p:pic>
        <p:nvPicPr>
          <p:cNvPr id="17" name="VISUAL_03_s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469ca039648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5AED8AF8-1686-41C7-B128-4E323004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Қауіпті төсем оған апаратын қауіпті өрмелеу болса, пайдасыз.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ACC28-9B9E-4485-B9CF-78DEC6F4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8411EF2-7B3D-40A4-9B30-7212B868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E285CD9-7F59-4464-8C1F-CBA404EA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ce378e9114a0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368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60A14-F35C-4AB1-AC2F-3FDB9FDE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6186FE8-5B33-484D-9D5F-1A1C47F2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Баспалдақтар шешімнің бөлігі болуы керек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E0EE8-7DF4-43AD-B965-FE06B2EB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Сатының түрі, бұрышы, бекітілуі және шығу орны жоба мен құрылыс мінбесінің паспортына сәйкес анықталады.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Қолданар алдында басқыштар, бүйір арқалықтар, алаңдар және бекіту элементтері тексеріледі.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Сатыны бөгемейді және онымен бір мезгілде ұзын жүкті көтермейді.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Ақаулы кіру жолы қалпына келтірілгенге дейін жабылады.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0DEE9-0B18-49AC-9B07-BB98E7B4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314EB-D2E9-4021-B44F-85E8F47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B302C8A-A151-4CCE-BB33-C0F9D308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Қайшылықты ескі қадам аралықтары әмбебап норма ретінде алға жылжытылмайды.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EF6A9-DE3B-4141-A802-C49BBCAC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463BB82-CF14-4860-8BE1-F1B2746C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6C14FA0-79A8-4A28-AD33-40DE9BF7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231523c1f496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069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4D345-DF3C-4CCA-A81C-C3293AD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DDC5E99-146C-4EE7-A9E7-0E0A1920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Материалдар адамдардан бөлек көтеріледі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7D213-FA6D-442E-9DB1-B5135D5F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Көзделген көтеру құралдарын, ыдыстарды және жүкті қабылдау орындарын пайдаланады.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Жүктің жүретін бағыты мен төмендегі аймақ босатылады; жүкті беру командасы алдын ала келісіледі.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Құралдар мен ұсақ бөлшектер құлап кетуден бекітіледі.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Жүкті сатымен тасымалдауға қауіпсіз ұстау мен тірену сақталған жағдайда ғана рұқсат етіледі.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10C9F-BE75-48D7-A663-E2607065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FD0A1-F008-4095-B518-00300AFC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7CC6240-FEB2-4499-B528-543B6F45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Жұмысшының баспалдақтағы қолдары ең алдымен қауіпсіз көтерілуге арналған.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39592-0189-4B3F-9013-4F5E3124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3C991FA-E557-4279-AF54-AC150B41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A1BDA53-C2CE-4C5E-BA39-CA8C07E2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495b884bd4b0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737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E3E69-9EC9-4A09-91C9-C10C400E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BB928BD-401F-453A-878D-4E8A2A36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Алдымен ұжымдық қорғаныс қолданылады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77463-2098-4D98-8B2B-1C2FBAC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Монтаждауды қоршаулар мен қорғалған алаңдар мүмкіндігінше ерте пайда болатындай жоспарлайды.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Тәуекелді ұжымдық қорғаныс шарасымен жою мүмкін болмаған жерде құлаудан сақтандыру жүйесі қолданылады.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Монтаждау әдісі келесі ярусты орнатқан кезде жұмыскерді қорғауға тиіс.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Қорғанысты алып тастауға тек бақыланатын балама болғанда рұқсат етіледі.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C749D-39F0-4BB2-8F28-B530DAB1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23B2C-29A0-401E-A658-3A5157A0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241E0B2-5845-45EA-8BF2-48C80D3E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Ең бастысы - құлауды тоқтату емес, оның алдын алу.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4B7A3-4823-4ECC-9618-9C9A4BF8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26D0282-F64A-44FD-9728-1D5B5ACB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Биіктіктегі жұмыстар — № 109 бұйрық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2A9AD45-150E-440B-AD31-B6D91F28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BA3DA0A-E6FB-401B-A540-240786A4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a8627b1c741d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26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07301-8996-4206-961D-7C50C50C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799D6B4-A162-41C5-93BC-9F5FBAC1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Құлау тежегішіне төменде жеткілікті орын керек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DFFA3-5924-4A19-A894-36D40C55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Тапсырмаға және жұмыс орны жағдайларына сәйкес келетін үйлесімді жүйені пайдаланыңыз.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Бекіту нүктесін жарамдылығын растау арқылы жауапты тұлға таңдайды.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Қосылатын ішкі жүйенің ұзындығын, амортизатордың саңылауы мен үстіңгі жағын ескеріңіз.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Құрамдас бөліктер қолданар алдында тексеріледі; зақымдалғандары пайдаланудан шығарылады.</a:t>
            </a:r>
          </a:p>
        </p:txBody>
      </p:sp>
      <p:pic>
        <p:nvPicPr>
          <p:cNvPr id="18" name="VISUAL_03_s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1a0ef232546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C19E0F9-D440-42DB-971B-505EEA20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Жақын тұрған элементке іліне салу қауіпсіз құлаудан қорғауды қамтамасыз етпейді.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BBD2C-4FEC-472E-9C34-86AE09C6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839BA60-81A3-444F-9500-1444A389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Биіктіктегі жұмыстар — № 109 бұйрық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CB584B8-938A-49BB-966E-732F3D69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FFBA224-275A-47DD-B15E-4037FD25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4420367e6465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143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76CF8-29CC-4E06-A6D1-FCD8A459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5905877-D1A0-44DD-892D-F5702BC8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Нысандар құлаудан қорғайды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FEEAA-5A5F-48EF-BF8D-754F5094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Бүйірлік элементтерді, қорғаныс торларын немесе басқа белгіленген шараларды орнатыңыз.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Құрал бекітілген, кішкене бөлшектер жабық контейнерде сақталады.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Материал шетінен бүктелмеген немесе төмен лақтырылған емес.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Төмендегі қауіпті аймақ жұмыс және тазалау аяқталғанша сақталады.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8CB79-185F-45F6-8ECA-104B9ED0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C2883-86A2-45E9-939C-4D50D808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FAE8F181-2C00-41CF-B270-23B89F0F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Қатты қалпақ жарақаттың ауырлығын азайтады, бірақ құлап жатқан заттардың алдын алуды алмастыра алмайды.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8F56A-AAB3-41A0-9E74-7616C122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01D625B-32DA-4235-975A-4DFD66A5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28F4E9A-20E7-45B3-BFAE-AFFB6252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42d299bbf4c0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5306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CD8E0-C7FF-4940-BBB9-F5C21291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A2B1782-3E63-4EBD-8DAC-14C39162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Электр қондырғысы монтаж шартын өзгертеді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E3CF8-6468-4665-8482-85AF35B3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 алдында желілер, кабельдер, ток өткізетін бөліктер және ықтимал индукциялық кернеу анықталады.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Қауіпті қашықтықты және қорғаныс шараларын рұқсат және жауапты тұлғалар анықтайды.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Металл элементтер басқарылатын үлгісіз сымдарға қарай жылжытылмайды.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Сызықтың немесе тіреуіштің орны өзгерсе, бағалау қайталанады.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FD359-DD59-441B-ABC2-C2A42554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4F01B-6962-4C0D-82B5-2CF554DE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0FC4A84-A13D-4A6B-B494-387A7E0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Көздің шаршауына дейінгі қауіпсіз қашықтықты анықтау мүмкін емес.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4B00C-FC6E-48A5-88C8-51E370BF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8EC7EDF-FD14-4543-B7C4-764AAED7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Биіктіктегі жұмыстар — № 109 бұйрық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EF53B7E-B9E1-4AD8-9D8C-1B5FDC31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89C448C-14C1-471A-87D4-13007074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04243bfeb42d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69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F4DBF-C265-4623-85FB-BF52EB2C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C374B5B-9C85-4FC9-93C8-DD7EB98D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Ауа-райы тоқтауды қажет етуі мүмкін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5C676-0804-44D2-A557-185F3AAE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64E87-9A27-42AE-80C2-7CEB031A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50CE5-8AE5-42D6-A96D-765F4AF5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DAFCF-1F87-45DB-84B6-E503EE09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Жел, найзағай, жауын-шашын, көктайғақ, жылу және нашар көріну адамның тұрақтылығы мен өнімділігіне әсер етеді.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Лимиттік шарттар жобаға, жүйе паспортына және жергілікті нұсқауларға сәйкес қабылданады.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Қолайсыз ауа райынан кейін негізді, бекітпелерді, төсем және қорғаныс элементтерін тексеріңіз.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Жаңбыр бітті деп жұмыс қайта басталмайды.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071E9-4065-4E2F-ACED-3BD81862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Тексерілмеген әмбебап жел жылдамдығы белгілі бір жүйенің талаптарын алмастырмайды.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482F4-9E14-4862-AF7F-617F3F13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5A63BFF-55D9-49FF-9DA6-B8BCA5AE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D02BDD7-E2B6-4ECB-B90D-AA2D8214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334414cb14e7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4066A321-DACE-40A0-AFB5-152562AB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ТОҚТАТУ</a:t>
            </a:r>
          </a:p>
        </p:txBody>
      </p:sp>
    </p:spTree>
    <p:extLst>
      <p:ext uri="{BB962C8B-B14F-4D97-AF65-F5344CB8AC3E}">
        <p14:creationId xmlns:p14="http://schemas.microsoft.com/office/powerpoint/2010/main" val="10651568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B9B3A-289C-40F3-AB9B-DA2159C2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EBFCD29A-E5D5-4C71-BBB2-5AC97AA5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557AC-FD06-4882-88BA-DC8DB60C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CF66F114-3C77-402A-8201-DEDB34D9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Тексеру және пайдалану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8FBB5B49-6ACD-41D7-B320-AFFA8280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Орналардың жұмысына тек тексеруден кейін ғана рұқсат етіледі, ал өзгертулер жаңа тексеруді қажет етеді.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EC720-DDEF-4F98-869B-FA5D52FF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9B159AA-4E3E-43C8-9132-77BE0EDB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FFF6FFE-CE97-42C6-B5D0-2A15E482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a48643631402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494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22A2B-7BA0-4BEB-99CD-F81F4059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5C3B7E0-6F6A-4320-890E-0C891870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Сынақ бүкіл жүйені қамтиды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76F82-3B85-4F84-B4A5-BFD0209E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85F03-085D-487C-B29B-15CE21BD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8EB6F5E9-4A68-4793-9239-3BCA8BBE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280495B3-F2B0-4ED9-A958-C84366ED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Негіз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0B230CB2-EEB1-4C6C-B276-724FB203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Шөгу, төсемдер, негіз, су және топырақ жағдайы.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79293-27F6-4D37-B9F7-82701834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C1CC2CF2-8E78-42BA-A6D2-7B18C5A6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B7BD0F40-901F-4E21-A792-3E5D2898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Дизайн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B8F74A7-9188-4925-9C02-679BC82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Тік тіректер, ригельдер, байланыстар, қиғаш тіректер, құлыптар және анкерлер.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2CA4A-4220-4EDD-A9F9-A9504272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6B17A2B4-0AFB-4507-A2AA-2221A709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0F7AD961-05B1-445D-B6F9-353AAEA7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Жұмыс деңгейі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8EEC5052-6E6E-41DF-895F-33D80DE4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төсем, кедергілер, кіру, люктер және нысанды қорғау.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9B3FF-1B95-4B9C-8D99-129D8B68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9C8B7280-DCE7-491D-BA29-8D7B6904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824F384A-36C8-4718-9730-0DA2F831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Күй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E8382BEE-5936-47CB-8DF9-8ACAAB11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Жүктеу, шектеулер, таңбалау және тексеру нәтижелерін жазу.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3038C-900F-440B-AC21-FA617D04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6154D-F647-41F4-B7CD-064BC4EE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60FF910-85A1-46F9-9A56-06F45ED9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Бір деңгейді сынау бүкіл жүйенің қауіпсіздігін растамайды.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06116-DA7F-4FF8-9FD2-3489CA37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4FF3114-2916-4A8B-ACE1-86E76413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763B3BE-A190-4E3E-AEF7-79743DE9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39c22c469475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7915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A4BDE-BBC6-468B-AF94-AE185F67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D4A464B-32BA-44B0-ABD5-FBAAEE6E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Өзгертуден кейін қайта тексеру қажет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19EFE-BAA8-4E19-BC60-904E205C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Орнатқаннан кейін және жұмыс істеуге бірінші рұқсат алғанға дейін тексерілді.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Конфигурация өзгергеннен, зақымданудан немесе соққыдан кейін қайта тексеру қажет.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Қолайсыз ауа-райы, шөгу және ұзақ үзілістер де тексеруді қажет етеді.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Қауіпсіздік расталмайынша кіру шектеледі.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CA851-BDFE-4935-BD63-57BE5DAC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5460F-EDA9-4A33-A2BF-9A22E136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CB37DE1-3E9E-479C-BED0-FCED9074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Жағдайлар елеулі өзгергеннен кейін бұрынғы пайдалануға рұқсат мәртебесі жарамсыз болады.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23859-71EB-4C36-8A21-3D44B266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27BF64D-58B2-40E2-8F84-B3DCD768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6B6173E-B208-4F96-9F3D-4E2FF432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d8070a00442c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499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EEA3D-EABC-4CD1-9C40-9A692E42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481BBD0-61F6-4EA0-AB1B-C37674D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Таңбалау ағымдағы күйді көрсетеді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DA069-2DD2-4628-9667-79C73F34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Кіре берісте анық күй орналастырылған: пайдалануға рұқсат етілген, шектелген немесе тыйым салынған.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Жауапты тұлғаны, тексеру күнін және егер тәртіпте қарастырылған болса, елеулі шектеулерді көрсетіңіз.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Жоқ немесе мерзімі өтіп кеткен таңбалау күйді нақтылау қажет екенін білдіреді.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Пайдаланушы таңбаны өз бетінше өзгертпейді.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4ED23-094E-45D5-A6D5-5875603C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4A970-EB75-4E08-A19D-DF7B52B6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81B4E16-29EF-4E2D-81BF-8527227E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Жергілікті белгі жоқ жапсырма түсі нұсқаулық жеткіліксіз.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C4EEA-294E-43C7-A1AC-63506185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F89A65C-8AA4-41D5-A307-DE405A8A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2F34E30-5AE2-4FC4-B8DB-BE30179C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aee33fb1640b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17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124D9-5EC4-4ADE-94C2-F3550B96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EC4F481-59E4-4E44-8A94-F423E067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Пайдаланушы мінбені жұмысқа дейін тексереді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761FA-C9CB-4025-BC3A-1442A06F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Тазалау күйінің жарамды екеніне және дұрыс аймаққа қолданылатынына көз жеткізіңіз.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Қол жеткізуді, төсем, қоршауды, тазалықты және көрінетін зақымдарды тексеріңіз.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Жүктеме шектеулері мен деңгей мақсатын сақтаңыз.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Кез келген жойылған элементті, шөгуді, тербелуді немесе бұрмалауды дереу хабарлаңыз.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1321-F08A-44BA-B9F6-FA447413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7FCA0-8A87-4CA7-8CDF-E9468927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5AA0BD4-9150-4653-A940-62CD4C80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Күнделікті пайдаланушы шолуы ресми шолуды толықтырады, бірақ алмастырмайды.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CA50D-D272-4673-86B1-41FF4120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33EF836-4DDA-44DD-84FB-EE1F6B97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A9594BF-3331-4A65-B910-434108E7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ed880fef94d4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5621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3DD7B-F61F-42E8-B194-B5BF31EB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AF3C7BD-DD51-4B39-9CAE-D26E3889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Рұқсатсыз өзгерістерге тыйым салынған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8E9DC-DBCD-46B3-BED4-5A6AE8AA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650FE-B858-456B-B7BA-FE75D0C1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5D54B-2765-47AB-B1B5-506B5260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24F35-4F68-4F8D-BB07-A7C3D6FD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Жұмысты ыңғайлату үшін байланыстарды, қиғаш тіректерді, анкерлерді, төсемдерді немесе қоршауларды алып тастамаңыз.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Ярусты шамадан тыс жүктемеңіз және жобалық шешімсіз төсемге шағын мінбе немесе саты қоймаңыз.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Растаусыз құрылыс мінбелеріне тальдерді, шлангілерді, баннерлерді немесе жабдықты бекітпеңіз.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Мәртебесі белгісіз немесе көзге көрінетін зақымы бар құрылыс мінбелерін пайдаланбаңыз.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5B617-05EC-453F-A296-411AC5D4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Кез келген жүктеме немесе конфигурация өзгертуі мақұлдау мен тексеруді қажет етеді.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269B4-4F98-4FBE-9B8D-E6DF97C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B747DDE-F52D-4D88-881C-0AFA15E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AC70933-D4D6-4AE4-A205-34E176CD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b2bceebf44a6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1326E807-5104-4A9D-A827-FA89E029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ТОҚТАТУ</a:t>
            </a:r>
          </a:p>
        </p:txBody>
      </p:sp>
    </p:spTree>
    <p:extLst>
      <p:ext uri="{BB962C8B-B14F-4D97-AF65-F5344CB8AC3E}">
        <p14:creationId xmlns:p14="http://schemas.microsoft.com/office/powerpoint/2010/main" val="28354934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B01070-0F1B-4238-BA12-901B887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6823F97-2781-4937-AC4E-EDD75A43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Бөлшектеу жоғарыдан төмен жүргізіледі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87EC8-D8DF-4B83-A20F-61345B30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ABE93-E59B-4AA5-B12B-8971793C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A1C34FC3-3F64-4F15-AB71-9B65D844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B1D60F56-496F-4CDA-BB25-F9763539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Шығарылым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D36EC6DD-DFD2-4C4C-B9FA-C52507BC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Адамдарды, материалдарды, қоқыстарды және бөгде құрылғыларды алып тастаңыз.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B0CBA-6352-4222-90AE-E6A73F0A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64EAC74E-ABA2-40A6-AE1B-51DB567E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5870A2D6-C2C4-418F-868B-118327B9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Қоршау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EA2A8CB4-6193-4132-A03C-8AF357F1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Қауіпті аймақты, сигналдарды және элементтерді беру тәртібін қалпына келтіріңіз.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EE879-90E6-45EC-9910-EB66EDC2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1C7C4F58-9AF4-40C1-82A7-D97B0C00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9D084C73-BACD-4D15-883A-D6BC86FB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Бөлшектеу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D0D28D30-BA08-4EFB-AC13-012F8369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Рұқсат етілген кезеңге дейін қосылымдар мен анкерлерді сақтай отырып, жоғарыдан төменге қарай алып тастаңыз.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1B48C-2018-41F2-A5EC-43462FAE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DF846B45-3CB0-4CEE-BDF1-93E040E4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F3A8976E-DDC2-4358-92B8-1F299EB4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Жіберу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AB532201-CDFA-405C-9CBC-5637E517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заттарды лақтырмаңыз; тексеру, сұрыптау және тұрақты сақтау.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C811D-90EC-47DB-8C1D-F73570D9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7BC77-5DAB-4963-B439-13E06A95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0F083B8-09A1-413F-A531-88D02581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Галстук немесе якорьді мерзімінен бұрын алу қалған бөліктің құлап кетуіне әкелуі мүмкін.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98FF9-8068-4C71-8163-BB9E3268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E2D0DFE-885E-4DCF-B7E7-E9A342BE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37B3F79-C554-401D-B1CD-CB5A4AA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3571f807b481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16305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160E2-BFF6-4709-BE21-0D314B09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FBCA529-2783-4385-BB37-9701DA7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Бөлшектеуден соң элементтер сұрыпталады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06F5D-CE92-4AED-A576-0C8C0BBC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Элементтерді құлыптарға, жабынға және геометрияға зақым келтірмейтіндей етіп тазалаңыз.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Деформация, жарықтар, коррозия, дәнекерлеу және толықтығын тексеріңіз.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Сәйкес элементтер түрі бойынша тұрақты сайтта сақталады.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Қабылдамаулар белгіленген және қолдануға жарамды материалдан физикалық түрде бөлінген.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333D0-0065-47AE-AD7D-216C53AF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9E68A-1D10-44F1-A4A2-99CF9175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66DB925-4A7E-431D-B4D6-46E27918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Зақымдалған зат "келесі жөндеуге дейін" айналымға қайтарылмайды.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09FCD-E94B-4CBC-9613-65D81F7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BC80491-E0C6-4D0A-A77D-E469E5A2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D37F2A8-9257-4D0C-B43F-F95374D6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f99fc863449c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4302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C8B1F-D8E7-43E1-9025-3A743DA7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0BC0857-623B-4A0E-B123-0FA66B7B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Ағаш элементтер: от тәуекел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213F7-798E-4FEA-AAE7-92C9A599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Жанғыш қалдықтарды алып тастаңыз және құрғақ ағаш пен қаптаманың жиналуын болдырмаңыз.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отты жұмыстар жақын жерде тек берілген шаралар мен басқару элементтерімен жүзеге асырылады.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Эвакуация жолдары мен өрт сөндіру құралдарының қолжетімділігі таза сақталады.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Сіңдіру немесе жабу жағдайы мен мақсаты расталған жағдайда ғана ескеріледі.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4D310-4F54-4908-B4CF-ABA35CAB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EC406-B1F5-4A71-A3C2-DA2F84D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BCA341D-FE58-4469-8FA7-8AACC96C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Ағаш төсем тек ескі жабынның арқасында жанбайтын болып қалмайды.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6A63F-25EA-4754-8082-95CCD9BF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793FE48-8611-45B5-9C6C-185660AD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Стандарт: Өрт қауіпсіздігі ережелері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6E0A4C1-889D-43E4-9C08-1CD8E23A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0C3CAA6-87D1-4DDA-ABC5-7351F84C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78cdda40a41b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9200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D355A-B320-41DE-9E76-F136906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C7459CE-70AA-42CD-B790-D05E7F3E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Деформация не шөгу эвакуацияны талап етеді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D7B39-00CF-493C-B16D-AEC61F0C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E3469-71F3-4362-AE27-809D1ADC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9EE47-3FAF-4A90-891A-3FEAB1BE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F82DE-57E6-4ACF-BDA3-BA39BB72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Жұмысты тоқтатыңыз, адамдарға ескертіңіз және қауіпті аймақты тәртіппен қалдырыңыз.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Қол жеткізуді қорғаңыз және жүктелген құрылымды өзіңіз түзетуге әрекет жасамаңыз.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Басшыға және тағайындалған тұлғаға хабарлаңыз, орналасқан жері мен өзгеріс белгілерін сипаттаңыз.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Тексеруден, себебін жоюдан және жаңадан рұқсат алғаннан кейін ғана жұмысты жалғастырыңыз.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63574-0683-424C-B71D-B8BEB474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Тербелу, құлыпты босату, сықырлау немесе шөгу құрылыстардың қалыпты «шөгуі» емес.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3A214-0BAC-432E-B68C-AF6DEC3A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F53DB62-88CA-44C1-AC47-E557B3FE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Биіктіктегі жұмыстар — № 109 бұйрық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42F17C4-43ED-41C4-8C3F-47D9B880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Құрылыс мінбелерін монтаждау жұмыстары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8F3B297-476D-4413-A416-D8425472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bf1d875a64aa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76DAABE2-454C-4DA9-A198-0737440D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ТОҚТАТУ</a:t>
            </a:r>
          </a:p>
        </p:txBody>
      </p:sp>
    </p:spTree>
    <p:extLst>
      <p:ext uri="{BB962C8B-B14F-4D97-AF65-F5344CB8AC3E}">
        <p14:creationId xmlns:p14="http://schemas.microsoft.com/office/powerpoint/2010/main" val="120483846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7D833802-A69D-4129-BA28-6DB4E9CC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Мінбе монтажшысы: соңғы чек-парақ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FDAE8-C3D8-48DF-8169-42379FA6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B65BD-66EE-4880-ABC4-AF7854B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87121-091E-43F2-80A0-6A5C573D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Жоба, жүйенің техникалық паспорты, тағайындалған рөлдер және қауіпсіз аймақ бар.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95D86-C0EF-4D84-9FEC-08516A29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7C7D2-FFD8-410F-B534-B81C18CF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217D2-4BDA-4EB6-9336-F0CC5A19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Негіз, негіздер, геометрия, қосылыстар және бекітулер диаграммаға сәйкес келеді.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25DE9-5EE0-44EB-BEAC-B0527D92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FE36B-A980-43BC-B324-A331DC0D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4A45F-A436-4C21-8821-EFF4CFE0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төсем, қоршау, кіру және нысанды қорғау аяқталды.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98085-ED24-4E7B-B6CA-E760F58D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8BD2A-EEF6-4588-A16A-F329899C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A8DE3-D9B1-47EF-A2F7-9C15C994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Пайдалануға рұқсат мәртебесі жарамды; жүктеме мен ауа райы бақыланады.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1D55E-105E-4684-A9CC-E6CEA59A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8FAFF-7B4F-47EC-AA83-255085E3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8622A-4AD2-4DE7-9C14-8E6FFE45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Өзгертілген, зақымдалған немесе күмәнді болса, жұмыс тоқтатылады.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403D9-3CC1-4BD0-AF3A-9EE417A3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«Сынақты бастау» түймесін басыңыз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C8B83-112D-4F29-95FA-5E7172B0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Жаңартылған: 21/08/2026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0c7d49a5a468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96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2026-09-01T18:29:35.2140000Z</dcterms:created>
  <dcterms:modified xsi:type="dcterms:W3CDTF">2026-09-01T18:29:35.2140000Z</dcterms:modified>
</coreProperties>
</file>
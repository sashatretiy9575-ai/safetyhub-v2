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416e76cc9f40e7" /><Relationship Type="http://schemas.openxmlformats.org/officeDocument/2006/relationships/extended-properties" Target="/docProps/app.xml" Id="Rce9d4a8c6f4f4536" /><Relationship Type="http://schemas.openxmlformats.org/officeDocument/2006/relationships/officeDocument" Target="/ppt/presentation.xml" Id="R0bf353abdd5d4b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785a2c63834af0"/>
    <p:sldMasterId xmlns:r="http://schemas.openxmlformats.org/officeDocument/2006/relationships" id="2147483650" r:id="Raabbf2f7e432440c"/>
  </p:sldMasterIdLst>
  <p:notesMasterIdLst>
    <p:notesMasterId xmlns:r="http://schemas.openxmlformats.org/officeDocument/2006/relationships" r:id="R19b8699d86714cd2"/>
  </p:notesMasterIdLst>
  <p:sldIdLst>
    <p:sldId xmlns:r="http://schemas.openxmlformats.org/officeDocument/2006/relationships" id="256" r:id="Rc855e843e6344955"/>
    <p:sldId xmlns:r="http://schemas.openxmlformats.org/officeDocument/2006/relationships" id="257" r:id="R0ae007c204b446ab"/>
    <p:sldId xmlns:r="http://schemas.openxmlformats.org/officeDocument/2006/relationships" id="258" r:id="R59120c07f4be41a4"/>
    <p:sldId xmlns:r="http://schemas.openxmlformats.org/officeDocument/2006/relationships" id="259" r:id="Rea29499163b54a52"/>
    <p:sldId xmlns:r="http://schemas.openxmlformats.org/officeDocument/2006/relationships" id="260" r:id="R379c3976b7a64085"/>
    <p:sldId xmlns:r="http://schemas.openxmlformats.org/officeDocument/2006/relationships" id="261" r:id="Rc20feba32e374b3c"/>
    <p:sldId xmlns:r="http://schemas.openxmlformats.org/officeDocument/2006/relationships" id="262" r:id="Red7ad83f202849c3"/>
    <p:sldId xmlns:r="http://schemas.openxmlformats.org/officeDocument/2006/relationships" id="263" r:id="R1c9c1aac95da4ccd"/>
    <p:sldId xmlns:r="http://schemas.openxmlformats.org/officeDocument/2006/relationships" id="264" r:id="R9e392ffa821643af"/>
    <p:sldId xmlns:r="http://schemas.openxmlformats.org/officeDocument/2006/relationships" id="265" r:id="R2db717c49c1e40ec"/>
    <p:sldId xmlns:r="http://schemas.openxmlformats.org/officeDocument/2006/relationships" id="266" r:id="R34a03674c1c24902"/>
    <p:sldId xmlns:r="http://schemas.openxmlformats.org/officeDocument/2006/relationships" id="267" r:id="Rcf652b7881bb4306"/>
    <p:sldId xmlns:r="http://schemas.openxmlformats.org/officeDocument/2006/relationships" id="268" r:id="R56eb840086854c8d"/>
    <p:sldId xmlns:r="http://schemas.openxmlformats.org/officeDocument/2006/relationships" id="269" r:id="R941b6c0e7034431b"/>
    <p:sldId xmlns:r="http://schemas.openxmlformats.org/officeDocument/2006/relationships" id="270" r:id="Rf8b64cf2dbae4ea5"/>
    <p:sldId xmlns:r="http://schemas.openxmlformats.org/officeDocument/2006/relationships" id="271" r:id="R3cec79c78a264871"/>
    <p:sldId xmlns:r="http://schemas.openxmlformats.org/officeDocument/2006/relationships" id="272" r:id="R6a2a4d980e4d48c2"/>
    <p:sldId xmlns:r="http://schemas.openxmlformats.org/officeDocument/2006/relationships" id="273" r:id="Rdc93eb5b9afa4b81"/>
    <p:sldId xmlns:r="http://schemas.openxmlformats.org/officeDocument/2006/relationships" id="274" r:id="Re663ffbbfc384142"/>
    <p:sldId xmlns:r="http://schemas.openxmlformats.org/officeDocument/2006/relationships" id="275" r:id="R7e26f952c6db413a"/>
    <p:sldId xmlns:r="http://schemas.openxmlformats.org/officeDocument/2006/relationships" id="276" r:id="R6ccc267ed8e944b1"/>
    <p:sldId xmlns:r="http://schemas.openxmlformats.org/officeDocument/2006/relationships" id="277" r:id="R9ea20e43cd8042f9"/>
    <p:sldId xmlns:r="http://schemas.openxmlformats.org/officeDocument/2006/relationships" id="278" r:id="R5063fa0959df4e97"/>
    <p:sldId xmlns:r="http://schemas.openxmlformats.org/officeDocument/2006/relationships" id="279" r:id="Rc7004077a7634f93"/>
    <p:sldId xmlns:r="http://schemas.openxmlformats.org/officeDocument/2006/relationships" id="280" r:id="Rf23c5ab5fc8443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bde6215742432c" /><Relationship Type="http://schemas.openxmlformats.org/officeDocument/2006/relationships/slideMaster" Target="/ppt/slideMasters/slideMaster1.xml" Id="Rb9785a2c63834af0" /><Relationship Type="http://schemas.openxmlformats.org/officeDocument/2006/relationships/slideMaster" Target="/ppt/slideMasters/slideMaster2.xml" Id="Raabbf2f7e432440c" /><Relationship Type="http://schemas.openxmlformats.org/officeDocument/2006/relationships/notesMaster" Target="/ppt/notesMasters/notesMaster1.xml" Id="R19b8699d86714cd2" /><Relationship Type="http://schemas.openxmlformats.org/officeDocument/2006/relationships/presProps" Target="/ppt/presProps.xml" Id="R19e9f8a51dd74970" /><Relationship Type="http://schemas.openxmlformats.org/officeDocument/2006/relationships/viewProps" Target="/ppt/viewProps.xml" Id="Rc8cd84c2c41846e5" /><Relationship Type="http://schemas.openxmlformats.org/officeDocument/2006/relationships/tableStyles" Target="/ppt/tableStyles.xml" Id="Rf046d9872a5946a2" /><Relationship Type="http://schemas.openxmlformats.org/officeDocument/2006/relationships/slide" Target="/ppt/slides/slide1.xml" Id="Rc855e843e6344955" /><Relationship Type="http://schemas.openxmlformats.org/officeDocument/2006/relationships/slide" Target="/ppt/slides/slide2.xml" Id="R0ae007c204b446ab" /><Relationship Type="http://schemas.openxmlformats.org/officeDocument/2006/relationships/slide" Target="/ppt/slides/slide3.xml" Id="R59120c07f4be41a4" /><Relationship Type="http://schemas.openxmlformats.org/officeDocument/2006/relationships/slide" Target="/ppt/slides/slide4.xml" Id="Rea29499163b54a52" /><Relationship Type="http://schemas.openxmlformats.org/officeDocument/2006/relationships/slide" Target="/ppt/slides/slide5.xml" Id="R379c3976b7a64085" /><Relationship Type="http://schemas.openxmlformats.org/officeDocument/2006/relationships/slide" Target="/ppt/slides/slide6.xml" Id="Rc20feba32e374b3c" /><Relationship Type="http://schemas.openxmlformats.org/officeDocument/2006/relationships/slide" Target="/ppt/slides/slide7.xml" Id="Red7ad83f202849c3" /><Relationship Type="http://schemas.openxmlformats.org/officeDocument/2006/relationships/slide" Target="/ppt/slides/slide8.xml" Id="R1c9c1aac95da4ccd" /><Relationship Type="http://schemas.openxmlformats.org/officeDocument/2006/relationships/slide" Target="/ppt/slides/slide9.xml" Id="R9e392ffa821643af" /><Relationship Type="http://schemas.openxmlformats.org/officeDocument/2006/relationships/slide" Target="/ppt/slides/slide10.xml" Id="R2db717c49c1e40ec" /><Relationship Type="http://schemas.openxmlformats.org/officeDocument/2006/relationships/slide" Target="/ppt/slides/slide11.xml" Id="R34a03674c1c24902" /><Relationship Type="http://schemas.openxmlformats.org/officeDocument/2006/relationships/slide" Target="/ppt/slides/slide12.xml" Id="Rcf652b7881bb4306" /><Relationship Type="http://schemas.openxmlformats.org/officeDocument/2006/relationships/slide" Target="/ppt/slides/slide13.xml" Id="R56eb840086854c8d" /><Relationship Type="http://schemas.openxmlformats.org/officeDocument/2006/relationships/slide" Target="/ppt/slides/slide14.xml" Id="R941b6c0e7034431b" /><Relationship Type="http://schemas.openxmlformats.org/officeDocument/2006/relationships/slide" Target="/ppt/slides/slide15.xml" Id="Rf8b64cf2dbae4ea5" /><Relationship Type="http://schemas.openxmlformats.org/officeDocument/2006/relationships/slide" Target="/ppt/slides/slide16.xml" Id="R3cec79c78a264871" /><Relationship Type="http://schemas.openxmlformats.org/officeDocument/2006/relationships/slide" Target="/ppt/slides/slide17.xml" Id="R6a2a4d980e4d48c2" /><Relationship Type="http://schemas.openxmlformats.org/officeDocument/2006/relationships/slide" Target="/ppt/slides/slide18.xml" Id="Rdc93eb5b9afa4b81" /><Relationship Type="http://schemas.openxmlformats.org/officeDocument/2006/relationships/slide" Target="/ppt/slides/slide19.xml" Id="Re663ffbbfc384142" /><Relationship Type="http://schemas.openxmlformats.org/officeDocument/2006/relationships/slide" Target="/ppt/slides/slide20.xml" Id="R7e26f952c6db413a" /><Relationship Type="http://schemas.openxmlformats.org/officeDocument/2006/relationships/slide" Target="/ppt/slides/slide21.xml" Id="R6ccc267ed8e944b1" /><Relationship Type="http://schemas.openxmlformats.org/officeDocument/2006/relationships/slide" Target="/ppt/slides/slide22.xml" Id="R9ea20e43cd8042f9" /><Relationship Type="http://schemas.openxmlformats.org/officeDocument/2006/relationships/slide" Target="/ppt/slides/slide23.xml" Id="R5063fa0959df4e97" /><Relationship Type="http://schemas.openxmlformats.org/officeDocument/2006/relationships/slide" Target="/ppt/slides/slide24.xml" Id="Rc7004077a7634f93" /><Relationship Type="http://schemas.openxmlformats.org/officeDocument/2006/relationships/slide" Target="/ppt/slides/slide25.xml" Id="Rf23c5ab5fc84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341249d77ea4e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c6825c0c847f7" /><Relationship Type="http://schemas.openxmlformats.org/officeDocument/2006/relationships/notesMaster" Target="/ppt/notesMasters/notesMaster1.xml" Id="Rf82ba5c07f7247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82c278fb540aa" /><Relationship Type="http://schemas.openxmlformats.org/officeDocument/2006/relationships/notesMaster" Target="/ppt/notesMasters/notesMaster1.xml" Id="R0502b3f9fb1c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7b0d2e805640ba" /><Relationship Type="http://schemas.openxmlformats.org/officeDocument/2006/relationships/notesMaster" Target="/ppt/notesMasters/notesMaster1.xml" Id="R67c2cb9bd1b4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cb2108b9844bd7" /><Relationship Type="http://schemas.openxmlformats.org/officeDocument/2006/relationships/notesMaster" Target="/ppt/notesMasters/notesMaster1.xml" Id="Rfcce038077b642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26f60b708d4354" /><Relationship Type="http://schemas.openxmlformats.org/officeDocument/2006/relationships/notesMaster" Target="/ppt/notesMasters/notesMaster1.xml" Id="R4d3b3a00ba1645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0b900952d64efa" /><Relationship Type="http://schemas.openxmlformats.org/officeDocument/2006/relationships/notesMaster" Target="/ppt/notesMasters/notesMaster1.xml" Id="R82521dad3aa84b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c0341d63834a8e" /><Relationship Type="http://schemas.openxmlformats.org/officeDocument/2006/relationships/notesMaster" Target="/ppt/notesMasters/notesMaster1.xml" Id="Raebae393665744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113bde5df84122" /><Relationship Type="http://schemas.openxmlformats.org/officeDocument/2006/relationships/notesMaster" Target="/ppt/notesMasters/notesMaster1.xml" Id="Ra148a1442d1647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6a358aca3c4e2f" /><Relationship Type="http://schemas.openxmlformats.org/officeDocument/2006/relationships/notesMaster" Target="/ppt/notesMasters/notesMaster1.xml" Id="Rbe6983c169ae4b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308fb6171a4e68" /><Relationship Type="http://schemas.openxmlformats.org/officeDocument/2006/relationships/notesMaster" Target="/ppt/notesMasters/notesMaster1.xml" Id="R208ed65f328542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ee08e23afd452d" /><Relationship Type="http://schemas.openxmlformats.org/officeDocument/2006/relationships/notesMaster" Target="/ppt/notesMasters/notesMaster1.xml" Id="R0cd0a03abbcc46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e7807d37264f5c" /><Relationship Type="http://schemas.openxmlformats.org/officeDocument/2006/relationships/notesMaster" Target="/ppt/notesMasters/notesMaster1.xml" Id="R2e0052401cbe45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643b0cad8748ac" /><Relationship Type="http://schemas.openxmlformats.org/officeDocument/2006/relationships/notesMaster" Target="/ppt/notesMasters/notesMaster1.xml" Id="R1dcbc2a792c348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f378d99e0e4ed8" /><Relationship Type="http://schemas.openxmlformats.org/officeDocument/2006/relationships/notesMaster" Target="/ppt/notesMasters/notesMaster1.xml" Id="R2e14511edf7c4a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0d0351f9984cf8" /><Relationship Type="http://schemas.openxmlformats.org/officeDocument/2006/relationships/notesMaster" Target="/ppt/notesMasters/notesMaster1.xml" Id="R1809b1f6521141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2b12e7db1f4804" /><Relationship Type="http://schemas.openxmlformats.org/officeDocument/2006/relationships/notesMaster" Target="/ppt/notesMasters/notesMaster1.xml" Id="Rfc4d0a83232346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8be3954ccf4205" /><Relationship Type="http://schemas.openxmlformats.org/officeDocument/2006/relationships/notesMaster" Target="/ppt/notesMasters/notesMaster1.xml" Id="R147a31418bc147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fef32999fd4eec" /><Relationship Type="http://schemas.openxmlformats.org/officeDocument/2006/relationships/notesMaster" Target="/ppt/notesMasters/notesMaster1.xml" Id="R061862ccf39f49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617b589dd44e8a" /><Relationship Type="http://schemas.openxmlformats.org/officeDocument/2006/relationships/notesMaster" Target="/ppt/notesMasters/notesMaster1.xml" Id="R526ee589bb4747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9441587b794dcf" /><Relationship Type="http://schemas.openxmlformats.org/officeDocument/2006/relationships/notesMaster" Target="/ppt/notesMasters/notesMaster1.xml" Id="R4f46e15fe68546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e06c873a2c14dfc" /><Relationship Type="http://schemas.openxmlformats.org/officeDocument/2006/relationships/notesMaster" Target="/ppt/notesMasters/notesMaster1.xml" Id="R944bae5debd24b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640625796a4bb9" /><Relationship Type="http://schemas.openxmlformats.org/officeDocument/2006/relationships/notesMaster" Target="/ppt/notesMasters/notesMaster1.xml" Id="Rfba62d1af82448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14e8076cc04488" /><Relationship Type="http://schemas.openxmlformats.org/officeDocument/2006/relationships/notesMaster" Target="/ppt/notesMasters/notesMaster1.xml" Id="R1e73132d5ace46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80f7d7112e74923" /><Relationship Type="http://schemas.openxmlformats.org/officeDocument/2006/relationships/notesMaster" Target="/ppt/notesMasters/notesMaster1.xml" Id="R834a5cdb72274e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6b3920f30744460" /><Relationship Type="http://schemas.openxmlformats.org/officeDocument/2006/relationships/notesMaster" Target="/ppt/notesMasters/notesMaster1.xml" Id="R32f2b532769a4b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KK text map: content/localizations/staged-2026-09-01/presentations/plotnik/kk/text-map.json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33942da8a40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03b433a46d4b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d40a65d1a4b70" /><Relationship Type="http://schemas.openxmlformats.org/officeDocument/2006/relationships/slideLayout" Target="/ppt/slideLayouts/slideLayout1.xml" Id="R4aae8324042549e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00c24fa6a4942f7" /><Relationship Type="http://schemas.openxmlformats.org/officeDocument/2006/relationships/slideLayout" Target="/ppt/slideLayouts/slideLayout2.xml" Id="Re76380d9e65447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ae8324042549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76380d9e654471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9aaa50c5f048ed" /><Relationship Type="http://schemas.openxmlformats.org/officeDocument/2006/relationships/image" Target="/ppt/media/image.jpeg" Id="R9470305e72174f85" /><Relationship Type="http://schemas.openxmlformats.org/officeDocument/2006/relationships/image" Target="/ppt/media/image.png" Id="Rcf1e06d761384927" /><Relationship Type="http://schemas.openxmlformats.org/officeDocument/2006/relationships/notesSlide" Target="/ppt/notesSlides/notesSlide1.xml" Id="R7d50888eeca943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6e76cab98749d0" /><Relationship Type="http://schemas.openxmlformats.org/officeDocument/2006/relationships/image" Target="/ppt/media/image2.png" Id="R160c428c37c34db0" /><Relationship Type="http://schemas.openxmlformats.org/officeDocument/2006/relationships/notesSlide" Target="/ppt/notesSlides/notesSlide2.xml" Id="R5959fdd5a70141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00a9e6d96a4921" /><Relationship Type="http://schemas.openxmlformats.org/officeDocument/2006/relationships/image" Target="/ppt/media/image3.png" Id="Rb07557eec3314761" /><Relationship Type="http://schemas.openxmlformats.org/officeDocument/2006/relationships/notesSlide" Target="/ppt/notesSlides/notesSlide3.xml" Id="R17dd070bf313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f404707044d82" /><Relationship Type="http://schemas.openxmlformats.org/officeDocument/2006/relationships/image" Target="/ppt/media/image2.jpeg" Id="R5d9d74d5977b4c85" /><Relationship Type="http://schemas.openxmlformats.org/officeDocument/2006/relationships/image" Target="/ppt/media/image4.png" Id="R2ea1352b102a4e6d" /><Relationship Type="http://schemas.openxmlformats.org/officeDocument/2006/relationships/notesSlide" Target="/ppt/notesSlides/notesSlide4.xml" Id="R25e6a03df36645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5ce54ed31841ab" /><Relationship Type="http://schemas.openxmlformats.org/officeDocument/2006/relationships/image" Target="/ppt/media/image5.png" Id="Rf350ad0d756541f1" /><Relationship Type="http://schemas.openxmlformats.org/officeDocument/2006/relationships/notesSlide" Target="/ppt/notesSlides/notesSlide5.xml" Id="R64fc8685087d45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e76c281ae74ba6" /><Relationship Type="http://schemas.openxmlformats.org/officeDocument/2006/relationships/image" Target="/ppt/media/image6.png" Id="Rec7a5aa70d53402f" /><Relationship Type="http://schemas.openxmlformats.org/officeDocument/2006/relationships/notesSlide" Target="/ppt/notesSlides/notesSlide6.xml" Id="R3e9ace10dbf14d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211351e7874fba" /><Relationship Type="http://schemas.openxmlformats.org/officeDocument/2006/relationships/image" Target="/ppt/media/image3.jpeg" Id="Red50a3776d024730" /><Relationship Type="http://schemas.openxmlformats.org/officeDocument/2006/relationships/image" Target="/ppt/media/image7.png" Id="R32e20ab54dca40ab" /><Relationship Type="http://schemas.openxmlformats.org/officeDocument/2006/relationships/notesSlide" Target="/ppt/notesSlides/notesSlide7.xml" Id="Re7bb44adf777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33f16e6a284d28" /><Relationship Type="http://schemas.openxmlformats.org/officeDocument/2006/relationships/image" Target="/ppt/media/image4.jpeg" Id="R0bceb4d9d4e94562" /><Relationship Type="http://schemas.openxmlformats.org/officeDocument/2006/relationships/image" Target="/ppt/media/image8.png" Id="R6f0ab28bef4c4374" /><Relationship Type="http://schemas.openxmlformats.org/officeDocument/2006/relationships/notesSlide" Target="/ppt/notesSlides/notesSlide8.xml" Id="R6d8e973fbcdc4e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6e2a26a1f7478e" /><Relationship Type="http://schemas.openxmlformats.org/officeDocument/2006/relationships/image" Target="/ppt/media/image5.jpeg" Id="Rbfcf22e07fbd4427" /><Relationship Type="http://schemas.openxmlformats.org/officeDocument/2006/relationships/image" Target="/ppt/media/image9.png" Id="R28b72ba10f314933" /><Relationship Type="http://schemas.openxmlformats.org/officeDocument/2006/relationships/notesSlide" Target="/ppt/notesSlides/notesSlide9.xml" Id="Rcefa2dea6d4e43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c7d8affcad48bc" /><Relationship Type="http://schemas.openxmlformats.org/officeDocument/2006/relationships/image" Target="/ppt/media/image6.jpeg" Id="R4f6fcd71e129437d" /><Relationship Type="http://schemas.openxmlformats.org/officeDocument/2006/relationships/image" Target="/ppt/media/image10.png" Id="R4750a735194a4e0b" /><Relationship Type="http://schemas.openxmlformats.org/officeDocument/2006/relationships/notesSlide" Target="/ppt/notesSlides/notesSlide10.xml" Id="Ra75bc5bdf3b04f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cb55a79e864eb3" /><Relationship Type="http://schemas.openxmlformats.org/officeDocument/2006/relationships/image" Target="/ppt/media/image7.jpeg" Id="Reb22ad03f3294bac" /><Relationship Type="http://schemas.openxmlformats.org/officeDocument/2006/relationships/image" Target="/ppt/media/image11.png" Id="R35e792f575004c3e" /><Relationship Type="http://schemas.openxmlformats.org/officeDocument/2006/relationships/notesSlide" Target="/ppt/notesSlides/notesSlide11.xml" Id="R1936c9bde0b74f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19e2f4a02e4c1b" /><Relationship Type="http://schemas.openxmlformats.org/officeDocument/2006/relationships/image" Target="/ppt/media/image12.png" Id="R5ad0abf9b8f04c63" /><Relationship Type="http://schemas.openxmlformats.org/officeDocument/2006/relationships/notesSlide" Target="/ppt/notesSlides/notesSlide12.xml" Id="R0efd8269e1f14d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6efe5d5ce1412e" /><Relationship Type="http://schemas.openxmlformats.org/officeDocument/2006/relationships/image" Target="/ppt/media/image8.jpeg" Id="Rf2988ccf820540ec" /><Relationship Type="http://schemas.openxmlformats.org/officeDocument/2006/relationships/image" Target="/ppt/media/image13.png" Id="R88753c7376174556" /><Relationship Type="http://schemas.openxmlformats.org/officeDocument/2006/relationships/notesSlide" Target="/ppt/notesSlides/notesSlide13.xml" Id="R06931c49bb4a4f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113cd1d924918" /><Relationship Type="http://schemas.openxmlformats.org/officeDocument/2006/relationships/image" Target="/ppt/media/image14.png" Id="Re722704f5017477d" /><Relationship Type="http://schemas.openxmlformats.org/officeDocument/2006/relationships/notesSlide" Target="/ppt/notesSlides/notesSlide14.xml" Id="R9bc28b261e7840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0bb95a2eaf4bb0" /><Relationship Type="http://schemas.openxmlformats.org/officeDocument/2006/relationships/image" Target="/ppt/media/image15.png" Id="R8a0f4f43feea401c" /><Relationship Type="http://schemas.openxmlformats.org/officeDocument/2006/relationships/notesSlide" Target="/ppt/notesSlides/notesSlide15.xml" Id="R2e23d869f0d741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5484c18f24a94" /><Relationship Type="http://schemas.openxmlformats.org/officeDocument/2006/relationships/image" Target="/ppt/media/image9.jpeg" Id="Rad096ee23fec438a" /><Relationship Type="http://schemas.openxmlformats.org/officeDocument/2006/relationships/image" Target="/ppt/media/image16.png" Id="R632009d265394542" /><Relationship Type="http://schemas.openxmlformats.org/officeDocument/2006/relationships/notesSlide" Target="/ppt/notesSlides/notesSlide16.xml" Id="R194fe17555e44a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4940f0f6204529" /><Relationship Type="http://schemas.openxmlformats.org/officeDocument/2006/relationships/image" Target="/ppt/media/image10.jpeg" Id="R6aca1e5946644a33" /><Relationship Type="http://schemas.openxmlformats.org/officeDocument/2006/relationships/image" Target="/ppt/media/image17.png" Id="Rd280e02f2e454877" /><Relationship Type="http://schemas.openxmlformats.org/officeDocument/2006/relationships/notesSlide" Target="/ppt/notesSlides/notesSlide17.xml" Id="R1ab1667f763046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fd79d88fe4511" /><Relationship Type="http://schemas.openxmlformats.org/officeDocument/2006/relationships/image" Target="/ppt/media/image11.jpeg" Id="Re01a85dacc9e4e04" /><Relationship Type="http://schemas.openxmlformats.org/officeDocument/2006/relationships/image" Target="/ppt/media/image18.png" Id="Rcd80e1cbbb8c48b6" /><Relationship Type="http://schemas.openxmlformats.org/officeDocument/2006/relationships/notesSlide" Target="/ppt/notesSlides/notesSlide18.xml" Id="R781a5601f80f42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5a754178034308" /><Relationship Type="http://schemas.openxmlformats.org/officeDocument/2006/relationships/image" Target="/ppt/media/image12.jpeg" Id="R169c4c0ca93e47d9" /><Relationship Type="http://schemas.openxmlformats.org/officeDocument/2006/relationships/image" Target="/ppt/media/image19.png" Id="R98344b684fea4d25" /><Relationship Type="http://schemas.openxmlformats.org/officeDocument/2006/relationships/notesSlide" Target="/ppt/notesSlides/notesSlide19.xml" Id="Rfa44ceca1c1841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5017c4f13643bf" /><Relationship Type="http://schemas.openxmlformats.org/officeDocument/2006/relationships/image" Target="/ppt/media/image20.png" Id="Rb1d81928a00e43d9" /><Relationship Type="http://schemas.openxmlformats.org/officeDocument/2006/relationships/notesSlide" Target="/ppt/notesSlides/notesSlide20.xml" Id="R722fdbab9ecd4b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36abbf0ed9458b" /><Relationship Type="http://schemas.openxmlformats.org/officeDocument/2006/relationships/image" Target="/ppt/media/image21.png" Id="R966ab85bd42449cb" /><Relationship Type="http://schemas.openxmlformats.org/officeDocument/2006/relationships/notesSlide" Target="/ppt/notesSlides/notesSlide21.xml" Id="R0093f485927945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3af07e282b41c0" /><Relationship Type="http://schemas.openxmlformats.org/officeDocument/2006/relationships/image" Target="/ppt/media/image13.jpeg" Id="Ra69af926f73e4378" /><Relationship Type="http://schemas.openxmlformats.org/officeDocument/2006/relationships/image" Target="/ppt/media/image22.png" Id="Ra75dd19e471b4d46" /><Relationship Type="http://schemas.openxmlformats.org/officeDocument/2006/relationships/notesSlide" Target="/ppt/notesSlides/notesSlide22.xml" Id="R01638e07b4c44c8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0003996fa54792" /><Relationship Type="http://schemas.openxmlformats.org/officeDocument/2006/relationships/image" Target="/ppt/media/image14.jpeg" Id="R9727dff65290499b" /><Relationship Type="http://schemas.openxmlformats.org/officeDocument/2006/relationships/image" Target="/ppt/media/image23.png" Id="R0e61fff7b3e04fdb" /><Relationship Type="http://schemas.openxmlformats.org/officeDocument/2006/relationships/notesSlide" Target="/ppt/notesSlides/notesSlide23.xml" Id="R19527c09c32b4c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ce7d9514aa429f" /><Relationship Type="http://schemas.openxmlformats.org/officeDocument/2006/relationships/image" Target="/ppt/media/image24.png" Id="Ra664c83f14d240d1" /><Relationship Type="http://schemas.openxmlformats.org/officeDocument/2006/relationships/notesSlide" Target="/ppt/notesSlides/notesSlide24.xml" Id="R0a6f7212e74c4f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62fd1da73747ef" /><Relationship Type="http://schemas.openxmlformats.org/officeDocument/2006/relationships/image" Target="/ppt/media/image25.png" Id="Rfac79e9d252b46f5" /><Relationship Type="http://schemas.openxmlformats.org/officeDocument/2006/relationships/notesSlide" Target="/ppt/notesSlides/notesSlide25.xml" Id="R4cb5b23284fc47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7CBFE11A-598D-4C97-8988-CEC24680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1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0305e72174f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5EF4EA2-07CA-4429-B9A8-F5E2DF6C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5E42DA09-7E7F-4201-A568-A5E6919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ОҚУ КУРСЫ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2E4725EF-FB5A-48EE-9F4D-04671A4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E24C765F-3399-4FD6-B33B-8950F21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3BB15CB6-F1E3-42A8-83C6-43AA6975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жұмыстарын қауіпсіз ұйымдастыру және орындау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ECE97A22-BE04-4756-9CAD-05384233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Жұмысшылар мен желілік қызметкерлерді оқыту курсы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26B001E9-087F-42B2-A495-250D61B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4CC3CA-6A29-4C9B-82B9-0A2DD7E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44347B7-5120-4089-A651-DAF33B7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e06d76138492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5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46F7711-9A11-4DC3-B9A2-C9D08BC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67E63FA-0F46-4330-845D-AA047FC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Курстан кейін жұмыскер мүмкін болады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39168A94-DC42-4B86-8557-A36047E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0407B8AA-1CFB-4866-BDF1-A4603167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C97D06C4-7949-4AD0-ADF9-8F394487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Жұмысты бастамас бұрын жұмыс орнын, дайындаманы және құралдарды дайындаңыз.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F82B6A1F-7394-4977-93A1-900A65C9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5B7729F-E090-4615-A890-2D8134B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1ED2848A-5257-47AB-A540-3CF69A2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Ағашты қолмен және механикаландырылған өңдеудің қауіпсіз әдісін таңдаңыз.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18D99DEA-335F-48B1-A16E-DEAB015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5F0EF419-01EE-4323-B77E-9DEE1AAB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18E652A2-B9A9-4357-950D-BF91190C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Ақаулықты, қауіпті әрекетті және дереу тоқтату жағдайын тану.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17DBE42E-2DD3-45BF-9949-DDF627B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35C915DE-78B3-4C6B-B6FA-FEC081E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1B2DACE-D519-4661-B654-F00D7D7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Шаңнан, шудан, чиптерден, электр және өрт қауіптерінен қорғаныс шараларын қолданыңыз.</a:t>
            </a:r>
          </a:p>
        </p:txBody>
      </p:sp>
      <p:sp>
        <p:nvSpPr>
          <p:cNvPr id="15" name="Прямоугольник: скругленные углы 14">
            <a:extLst xmlns:a="http://schemas.openxmlformats.org/drawingml/2006/main">
              <a:ext uri="{FF2B5EF4-FFF2-40B4-BE49-F238E27FC236}">
                <a16:creationId xmlns:a16="http://schemas.microsoft.com/office/drawing/2014/main" id="{902C88FD-DEA4-40EF-B13D-A3F64EA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C9979CBA-FD9C-4A1F-8E1C-1A756602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B08009F-DFC4-438F-85CF-88E6F64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Қауіпсіз жұмыс құрал қосылмай тұрып басталады.</a:t>
            </a:r>
          </a:p>
        </p:txBody>
      </p:sp>
      <p:sp>
        <p:nvSpPr>
          <p:cNvPr id="20" name="Прямая соединительная линия 19">
            <a:extLst xmlns:a="http://schemas.openxmlformats.org/drawingml/2006/main">
              <a:ext uri="{FF2B5EF4-FFF2-40B4-BE49-F238E27FC236}">
                <a16:creationId xmlns:a16="http://schemas.microsoft.com/office/drawing/2014/main" id="{731914E6-ED92-4DA7-A166-2A8B95EE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E44852F-A604-405D-BDF9-7D0DE775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3019B5-DE09-4EA5-8B3F-E6F5D80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c428c37c34db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47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8F86629C-7322-4DB6-AEE1-2CE7FBD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9F717D3-1F75-4DCE-824C-D6ED2B8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 логикасы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92323DC2-5280-446D-B7A8-304BB564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0ADBE542-91BD-43AC-8295-C829D78F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FC0937D3-B268-4FEF-B303-320C40F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Мамандық және жауапкершілік шекаралары.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0A37A062-19A3-4C3B-934E-4E82B1F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5BB34E2-4926-40BA-B1D0-AC2BDB33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3E69FC48-3C32-4301-BFBB-2E5F320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 орнын және дайындаманы дайындау.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A4AE46E6-A913-4DAC-84FD-640D4840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E2243870-5DB4-4709-BE53-36DBC14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4C014274-56F0-4B7F-B1E2-4D4DBB91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Негізгі операцияларға арналған қауіпсіз әдістер.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23521118-21CA-4D7E-977A-7296814B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5EEDAEB3-DF73-4583-A7EA-9EB18E0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0B38AA55-BDCB-414C-ADC0-9ABFDA3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Құрал, ЖҚҚ және тәуекелді бақылау.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A56E8ED8-EBBA-435C-BC6A-BEC4959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E7287DFB-8762-4F5E-BEEB-7A57B8B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660453F8-D82B-4AF8-8BE8-40D098EB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Ақаулық және оқиға кезіндегі әрекеттер.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5A136A3C-19CD-461D-92D2-BEC9F68B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4383CCC-E647-4749-8904-5DE3922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C4D17E06-C9DB-4296-B898-DC2EE14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семантикалық блоктар</a:t>
            </a:r>
          </a:p>
        </p:txBody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040F6597-A2EC-42E6-8844-8847D40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442E7C4-CF2D-45D2-8668-AEA56D5C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2656132-3259-4B1B-8E27-73EF3C0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557eec331476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61126CF0-C4A8-47BA-94AA-F382BF2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92588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18006EF-AA1B-4983-8FAC-E0D226EE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d74d5977b4c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9FBE42DC-9000-4B35-9852-3082E27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4F0C1F5-6624-436E-84F6-4E85C97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0ED6C65-A92C-485F-A010-5241E86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Мамандық және оқыту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1839EC1B-5E88-48C9-BDE3-C068163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Алдымен тапсырманы, шарттарды және оны орындаудың қауіпсіз әдісін анықтаңыз.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8D7F881C-BDF0-4516-9C85-6F24A91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CAB3A28-0F46-4612-828C-BD7F1443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5D1439-D133-4F73-9F1D-72CBC68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1352b102a4e6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17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EA67158-F0DD-4229-A0F2-7B3DC3A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2251EC-C5DC-4F35-9033-A8E4472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Ұста дәлдік пен қауіпсіздікке жауап береді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2DCE8F2-BB0A-4D41-ACDD-469C133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аясында ағаш, қаңылтыр материалдар, құрылымдар және бекіткіштермен жұмыс істейді.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Сызбаны немесе диаграмманы оқиды, ретті таңдайды және бастапқы материалды тексереді.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Рұқсат берілмеген, тиісті жабдық немесе түсінікті технология жоқ операцияларды орындамайды.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Дизайн мен өлшемдердегі өзгерістерді менеджермен келіседі және рұқсатсыз жобаны түзетпейді.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271C5BA8-EE03-4AB6-8680-B55DB4B3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C34306B3-8E97-4B6D-8D10-1877A92B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EE3D5A1-ADBA-4995-8DF7-CBCB298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Мамандықтың шекарасы тапсырмамен, біліктілікпен және рұқсатпен анықталады.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ED4B47E5-9C7D-489F-93A9-220A027A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493BEA-0479-4A51-B465-37F55230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24089E4-13B8-489F-AA6D-2B50882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0ad0d756541f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85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405498F-2E1A-4E10-B951-9606253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AFD6753-2867-4730-B50E-68B4064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Дәрежелер жұмыстың күрделілігін көрсетеді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E1CB8AF-4A34-4F5D-A3B8-7B046D71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2–3 санаттар: дайындық, қарапайым құрастыру және көмекші операциялар.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4–5-ші санаттар: күрделі құрылымдарды дайындау және орнату, дәл орнату.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6–7-ші санаттар: ерекше күрделі жұмыстар, қалпына келтіру, шаблондар және сапаны бақылау.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Белгілі бір операция біліктілікті, дайындықты және жергілікті рұқсатты ескере отырып тағайындалады.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3CA1BB71-BE5A-4D60-89C9-76EC50E4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1B397E4-D584-4D3E-81CF-9614C1F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D4DF698-6F8F-4CD3-A183-819AC7E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Жоғары деңгей нұсқаулар мен тәуекелді бағалаудан бас тартпайды.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50E619F9-21F2-4089-973C-B980F6A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AB95390-F6DD-473B-BF23-C8AD9BB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F456E49-0595-46CA-90E2-2FA153C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a5aa70d53402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18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792390FA-A9F1-469D-8E39-CE13306C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E57AEBE-4CB0-4B97-8E6F-1D92CA45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 орнын дайындау тәуекелді азайтады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A45AF275-23C9-4F03-AD90-2399ED4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Тұрақты тұруға және еркін қозғалысқа кедергі келтіретін қалдықтар мен заттарды алып тастаңыз.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Сәйкес жарықтандыруды, желдетуді және апаттық өшіруге қол жеткізуді қамтамасыз етіңіз.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 мен құралды кесу аймағына сүйреп кетпейтіндей етіп орналастырыңыз.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Жаяу жүру жолдары мен қашу жолдарының таза екенін тексеріңіз.</a:t>
            </a:r>
          </a:p>
        </p:txBody>
      </p:sp>
      <p:pic>
        <p:nvPicPr>
          <p:cNvPr id="17" name="VISUAL_01_s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0a3776d0247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79F6B0C7-9458-4446-A0BF-A9708DA4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Таза жер жұмыстан кейін тазалау емес, технологияның бір бөлігі.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7F81FEE-5C77-419B-A249-B48E83C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66CBD2A-0FE2-458B-B322-190A636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A41801D-16A2-4170-880E-E666826D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20ab54dca40a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60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B71033B-3EF6-4A3E-8C58-5661FD07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0576B46-3C9A-4AF7-B0DA-0621EAED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Дайындаманы тексеру және бекіту керек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6ED4432-8629-46CB-AF31-D0F698D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Шегелерді, қапсырмаларды, тастарды, металды және қоқысты алып тастаңыз немесе белгілеңіз.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Жарықтардың, түйіндердің, деформациялардың және дәннің бағытын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Дайындаманы бөлшекке зақым келтірместен тоқтатқыштармен, ілмектермен немесе қысқыштармен бекітіңіз.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Кесу сызығы мен құралдың шығуы қол, тіреу немесе кабель арқылы өтпеуі керек.</a:t>
            </a:r>
          </a:p>
        </p:txBody>
      </p:sp>
      <p:pic>
        <p:nvPicPr>
          <p:cNvPr id="17" name="VISUAL_01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eb4d9d4e945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0B04E89-644E-4112-9516-8687833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Тұрақсыз дайындаманы емес, басқаруды қол ұстайды.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843EACCA-2787-48A7-99A1-658F84C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C582445-9B00-476E-AEA6-2B1E803A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079ACB-C63C-4511-ACD8-15425BC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ab28bef4c437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8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2CDDDCE-17B3-4D5C-9B71-E657C39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f22e07fbd44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36CF325E-69EF-45A8-88F7-276F9CCF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75C6B1F-2314-48D9-8DA6-93BE4C4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E0CFF7C-2875-493F-91BC-37A2FD5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Қауіпсіз технология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49B4F638-961B-4CE7-BB49-982EB53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Әрбір операция тұрақты күйден және басқарылатын құрал жолынан басталады.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C98FA197-75A5-453B-9D4A-EDA41097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3B3BB88-5E93-4162-BB90-F9E0FA3F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4132BA9-6694-4D49-80E5-921A071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72ba10f31493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7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BA480C2-AA32-4D5D-8140-D7CAC127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0AF65A1-43E0-4686-8DB4-69E59C4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Еркін сызық бойымен қолмен аралау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B831EA7-632C-46D2-A37E-61F8447F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Материалға және кесу түріне сәйкес араны таңдаңыз; ара төсемі жарамды және дұрыс керілген болуы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Саусақтарыңызды ара төсемінің жүру сызығынан тыс ұстап, қысқа бағыттаушы қозғалыстармен бастаңыз.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Кесілетін бөлікті ара төсемін қысып қалмайтындай және кенет үзіліп түспейтіндей тіреңіз.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Араны өзіңізге қарай бағыттамаңыз және қозғалып тұрған кезде тістерін қолмен тазаламаңыз.</a:t>
            </a:r>
          </a:p>
        </p:txBody>
      </p:sp>
      <p:pic>
        <p:nvPicPr>
          <p:cNvPr id="17" name="VISUAL_01_s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fcd71e12943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D02D0588-8FCD-4B87-8AE1-EB06F40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Кесу сызығы пышақтың алдында және артында анық болуы керек.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C08A0B4-7218-48FD-A3C7-27A76A4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ECD4C93-CB3E-456A-8417-A94F3B97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C6D2414-F071-49D5-B3D4-8A5106AB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0a735194a4e0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18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AE431C7B-FDE3-4CB1-B9DE-BBAB594E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ED21605-646A-44D9-9753-D41B646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Шабу мен сүргілеу — денеден әрі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71384C9-3307-4A1F-9D10-A63582C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Балта сабының бекітілуін және жазықтықтың кесу жиегінің күйін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Дайындаманы құрал соққанда немесе оның жанынан өткенде қозғалмайтындай етіп бекітіңіз.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Бос қолыңызды пышақ жолынан және сырғанау аймағынан аулақ ұстаңыз.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Тоқтағаннан кейін щетка немесе құрылғы арқылы чиптерді алып тастаңыз.</a:t>
            </a:r>
          </a:p>
        </p:txBody>
      </p:sp>
      <p:pic>
        <p:nvPicPr>
          <p:cNvPr id="17" name="VISUAL_01_s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2ad03f3294b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F927B4-D39E-4174-AE67-A864FF50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Жұмыс жолы жұмысшының денесін кесіп өтпейді.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F70691E-9E86-4D55-9C5C-2D399F0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6A1759E-D8E3-4719-988D-365555F3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6741C8B-FAE7-44B0-BF0B-349B7DF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792f575004c3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169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A8E2FD86-47A6-4EBA-9581-C1DAA72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A8B50A-B802-41AD-A953-44E102A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Қашау мен балға: жақсы тірек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63B836A-2F7C-4054-97B2-26FD7EC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Қашаудың сабы бүтін және жұмыс сақинасы болуы керек; күңгірт жиекті қауіпсіз қайрап алуға болады.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Кесу жиегін алақанға қаратпаңыз немесе дайындаманы пышақтың алдында ұстамаңыз.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Балға үшін ұрғыш қондырмасын, сыналануын және тұтқада сызаттардың жоқтығын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Бекіткіштерді саусақтарыңызға тимейтіндей етіп беріңіз және ұстаңыз.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7F3A762E-C540-4459-B772-219BC88A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2BBFA0F-FCF0-4211-9ACF-69E3264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CB35B84-B31C-46A0-B35B-B8FA29F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Дұрыс жұмыс істейтін тұтқа және дұрыс тіреу сырғып кетуді болдырмайды.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70685DF7-BFFC-4AC1-B195-BD41752C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C94E892-00B6-43C8-9813-0F39FD33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D7458B0-E0BF-4347-88B0-D6A2F5F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0abf9b8f04c6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29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14314511-D3A0-4ED2-8F1A-8FE0D13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471E668-F5A7-4D0F-8357-34EEF387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Құрылыс жұмысы — сызба бойынша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EECDD15-05BE-455B-A968-82D84508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Материалды кесу алдында таңбалар мен компоненттерді жұмыс құжаттамасымен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Уақытша тіректер мен бекіткіштер құрылым тұрақты болғанша алынбайды.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Орнату кезінде бөлшектердің жеткізілу ретін келісіп, жүк астында адамдардың болмауын қамтамасыз етіңіз.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Өлшемі, ылғалдылығы немесе материал сапасы бойынша ауытқулар туралы жетекшіңізге хабарлаңыз.</a:t>
            </a:r>
          </a:p>
        </p:txBody>
      </p:sp>
      <p:pic>
        <p:nvPicPr>
          <p:cNvPr id="17" name="VISUAL_01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88ccf820540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E19A659-C7A3-4BC9-AF31-130FA1D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Жүк көтергіш элементті рұқсатсыз реттеу оның жұмысын өзгертуі мүмкін.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DAF4D435-824E-4A88-BFE3-81408D9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0B09CD3-EF20-4BD3-99F2-60AE8E74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7CE6132-E579-4151-8438-48FA66F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53c737617455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573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FB9BEA6F-D163-4BE1-86A6-9BF3C565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0935B50-667E-4C32-9BD1-E5A1A58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Едендер мен саңылауларды қауіпсіз реттеу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3D780975-1D5E-4DAB-B30A-7499B85A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Материалды өту жолдарын немесе саңылаулардың шеттерін бөгемей, тұрақты түрде сақтаңыз.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Бөлшекті салмақ бойынша емес, сенімді бекітетін жұмыс орнында реттеңіз.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Саңылаулардың жанында жұмыс істегенде, берілген қорғаныштарды және қауіпсіз кіруді пайдаланыңыз.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Сәйкес ұстағыштарды пайдаланып, әйнекті, фитингтерді және ауыр элементтерді үйлесімді түрде жылжытыңыз.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6FD37536-3707-4929-836C-4CA44EB6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671F67D-32BF-4217-AAE0-078E1FA7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7455C35-1E29-41A6-A96B-E0CD675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Жабық емес саңылауды орнату құлаудан бөлек қорғанысты қажет етеді.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20862FDF-17C0-438E-A9EF-F51805B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1160A29-3685-40E5-9ACB-822AE45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0B1647B-FB5C-42DB-9D1F-C02FEF5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A417637-B562-4548-AE39-45E8420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2704f5017477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6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5EAE338-F110-4721-BEEE-47197D7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364B104-EAE1-45DD-A2CA-7C799D61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Технология жұмыс аймағына байланысты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F89B55C-C8CE-4068-91BF-4FC8B64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Құрылыс жұмыстары: құрылымдар, қалып, палуба, саңылаулар және уақытша элементтер.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Өңдеу және жиһаз: дәлірек өңдеу, құрастыру, фитингтер және беттің сапасы.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Қалпына келтіру: бар материалды сақтау және келісілген жөндеу технологиясы.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Ағаш кесу операциялары жұмысты және тәуекелдерді бөлек ұйымдастыруды қамтиды.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71E301DC-E431-4D28-831F-5D21484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0DA54CA-1517-4279-84AD-D6094153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CDB6B7B-35C7-4685-8C3C-1AB968D8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Бірдей құрал технологияларды өзара алмастыруға мүмкіндік бермейді.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F43A04B9-45D7-4CC4-8735-2B78191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BCECB31-1BD8-4A94-8B04-B604807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30080F4-9E57-4627-8688-101EEC0C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f4f43feea401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322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224BAC6E-E258-4C01-AA00-C1B0219D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96ee23fec43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1EE5230A-B576-47F5-BC53-12BA4B4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208629E8-2832-4D3D-92DA-430C1BA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F353C49-8C2F-4754-89C1-823FD3C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Құралдар, тәуекелдер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B51E954-202B-4613-A0E7-C5A2E763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Жұмыс жылдамдығынан гөрі қызмет көрсету мүмкіндігі, жарамды жабдық және қауіпсіздік құрылғылары маңызды.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19E8F559-F9DE-4271-A130-5DED88B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FF524AF-0402-4929-B9A5-085A44E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3AFA046-BA08-448D-BE04-FE8F609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009d26539454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46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8DDAFC3E-11A0-4A5B-8D3F-CA27BA8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EDCFB8E-22B0-43F5-9E00-50DAA003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Қол құралдары жұмыс алдында тексеріледі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FCE04BD-4FE5-4ACD-82BC-2E968F2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Құрал жұмысқа, бөлік өлшеміне және материалға сәйкес келеді.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Тұтқалар бүтін, құрғақ және сенімді бекітілген; жиектері мен тістері жарықтар мен чиптерсіз.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Қорғаныш қақпақтары мен сақтау орындары кесетін бөліктерге зақым келтірмейді.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Ақаулы құрал белгіленіп, пайдаланудан алынып тасталды.</a:t>
            </a:r>
          </a:p>
        </p:txBody>
      </p:sp>
      <p:pic>
        <p:nvPicPr>
          <p:cNvPr id="18" name="VISUAL_01_s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a1e5946644a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A9A47D10-F086-442F-A7B6-9BD23A9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Құралды ыңғайлы ауыстыру болжанбайтын жүктемені тудырады.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8D2D896-2CBE-47F8-8D6C-DFC1A0D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D3952ED-FC53-4234-A1E3-113A7CD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Құрал қауіпсіздігі — № 204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F195D56-EBF3-48B0-9D21-D51A0CD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B062D9-4E33-4ED5-8ADC-EA43261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0e02f2e45487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556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881498A-94FF-4D08-90DD-42A4697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6862D9-CD15-4201-A7F8-0B52826D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 құралы мақсатқа сай қолданылады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1018B5A-4DDA-4AB5-9D41-7B1E560B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Дөңгелек ара: жақсы қорғаныс, қолайлы пышақ, бүйірлік қысымсыз тұрақты бағыттау.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Джигса және маршрутизатор: бекітілген дайындама, дұрыс жабдық, реттеу алдында тоқтау.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Бұрғылау: бұрғыны дұрыс бекітіп, бөліктің айналуын болдырмайды.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Тегістеуші: құралға, материалға және рұқсат етілген жылдамдыққа сай дөңгелек немесе белдік.</a:t>
            </a:r>
          </a:p>
        </p:txBody>
      </p:sp>
      <p:pic>
        <p:nvPicPr>
          <p:cNvPr id="18" name="VISUAL_01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a85dacc9e4e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8695593-F136-4D58-AA34-0882EEB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Жабдықты ауыстырар алдында қуат өшіріліп, кездейсоқ іске қосуға жол берілмейді.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8F665187-3174-46A2-92AF-59D9671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F0219F9-AB08-4003-B0A7-2696964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Құрал қауіпсіздігі — № 204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36C4853-F615-467B-A1AE-6EEAED44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CCE750D-6ADA-4B34-8470-C217890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0e1cbbb8c48b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75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35FC0E9-73DF-44CF-BD87-85B3BF3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1392265-EFEB-46D1-A3A6-B665AB12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Қоршау мен жабдықты айналып өтпеңіз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F2F3BEC-BFAD-45BA-A882-696A4E0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Қақпақтар мен қорғағыштар орнында болуы, еркін қозғалуы және қауіпті бөлікті жабуы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Кабель, аша, ажыратқыш және корпусқа кіреберіс зақымдалмаған немесе қызып кету белгілері жоқ.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Диск, жүз, кескіш немесе бұрғы дұрыс өлшемде және өндірушінің техникалық сипаттамаларында.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Өздігінен жасалған адаптерлер, бұғаттау ажыратқыштары және қорғанысты алып тастауға тыйым салынады.</a:t>
            </a:r>
          </a:p>
        </p:txBody>
      </p:sp>
      <p:pic>
        <p:nvPicPr>
          <p:cNvPr id="18" name="VISUAL_01_s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c4c0ca93e47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AF0A70BA-A1DC-4AEB-98F2-2A263AC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Қорғаныс жұмысқа кедергі жасамайды - ол қауіпті энергияға қол жеткізуді шектейді.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261BD0DF-658C-44AF-A459-F83D1B1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68E9B9A-781F-494C-802F-4C582F4B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Құрал қауіпсіздігі — № 204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54D49CC-587F-4E49-9774-042A4DD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0D0D857-9523-422D-838F-8E4516C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44b684fea4d2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095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E07682F-2E70-4B2E-8CA8-4F88331A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1049FA1-0344-4E8F-9AB7-7204D4C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Ақау тоқтауды білдіреді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E20C953-3971-42B3-A40C-254D9AC2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5FCC0A0B-8681-40E4-BCAD-B98385E4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08ACC252-0EA7-4E30-80C8-0317C5C2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9EE63C0-C037-439B-ABA5-97DA83F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Ұшқын, қызып кету иісі, әдеттен тыс шу немесе діріл.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Дискінің, пышақтың немесе корпустың кептелуі, соғуы, сынуы.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Өздігінен іске қосу, ажыратқыш сынған немесе қорғаныс корпусы.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Зақымдалған кабель, аша, жерге қосу немесе ылғал іздері.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3056046-457C-4F78-BBCA-4D0158F6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Өшіру - тағайындау - есеп беру. Рұқсатсыз жөндеуге болмайды.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4994AA51-36B1-44CD-B58F-42B0EB8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34DCEEB-4403-4897-A97C-80CB71F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Құрал қауіпсіздігі — № 204 бұйрық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0A5B65D-E1FB-4663-93D9-C4F1932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3705FF3-5D01-4874-A228-403254B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81928a00e43d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DDE9D41F-F78F-488B-B272-0D32F37D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4677927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ED4C03F1-8F19-4246-B88C-51890FCB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CBCEF85-1EB5-46E0-A16E-6A970F2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Шаң, шу және чиптер бақылауды қажет етеді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733910A-406C-4712-B85B-D1D2F99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тәуекел / КӨЗ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E34184E-7779-438D-9977-DD878E5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НӘТИЖЕЛЕР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973402E-4438-46E0-8ECD-1731486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БАҚЫЛАУ ШАРАСЫ</a:t>
            </a:r>
          </a:p>
        </p:txBody>
      </p:sp>
      <p:sp>
        <p:nvSpPr>
          <p:cNvPr id="6" name="Прямоугольник: скругленные углы 5">
            <a:extLst xmlns:a="http://schemas.openxmlformats.org/drawingml/2006/main">
              <a:ext uri="{FF2B5EF4-FFF2-40B4-BE49-F238E27FC236}">
                <a16:creationId xmlns:a16="http://schemas.microsoft.com/office/drawing/2014/main" id="{4D6D3273-4369-4772-A3E6-B3528253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D0E89325-4FE5-4FE7-86DC-7EB7555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Ағаш шаңы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7396B99-A12D-4095-98A8-DC5D2EC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Тітіркену, көру қабілетінің төмендеуі, өрт сөндіруші тәуекел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4BE0934-8B3C-43D8-B5FC-BF7E9AAB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Жергілікті кетіру, тазалау, қолайлы тыныс алуды қорғау</a:t>
            </a:r>
          </a:p>
        </p:txBody>
      </p:sp>
      <p:sp>
        <p:nvSpPr>
          <p:cNvPr id="10" name="Прямоугольник: скругленные углы 9">
            <a:extLst xmlns:a="http://schemas.openxmlformats.org/drawingml/2006/main">
              <a:ext uri="{FF2B5EF4-FFF2-40B4-BE49-F238E27FC236}">
                <a16:creationId xmlns:a16="http://schemas.microsoft.com/office/drawing/2014/main" id="{D898839C-CDF2-4F51-8955-D3A8D98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F1310D6-B766-4AB4-907E-EF3FB7B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Шу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0F88AA8-88B9-4807-BFD6-AE2DCDB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Есту қабілетінің біртіндеп жоғалуы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A2238CC-91FE-4BB0-B1A3-F23C12D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Функционалды құрал, экспозицияны шектеу, естуді қорғау</a:t>
            </a:r>
          </a:p>
        </p:txBody>
      </p:sp>
      <p:sp>
        <p:nvSpPr>
          <p:cNvPr id="14" name="Прямоугольник: скругленные углы 13">
            <a:extLst xmlns:a="http://schemas.openxmlformats.org/drawingml/2006/main">
              <a:ext uri="{FF2B5EF4-FFF2-40B4-BE49-F238E27FC236}">
                <a16:creationId xmlns:a16="http://schemas.microsoft.com/office/drawing/2014/main" id="{2AA32AF0-8319-4622-A095-70F89DFF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CC7F83A-033C-4F94-B975-7595EF23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Чиптер мен сынықтар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89EE5928-B4BE-4457-8D41-0E37C572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Көз және тері жарақаты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3C1FCDE7-7CA3-4C35-BED2-DEC4856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Күзет, лақтыру бағыты, көзді қорғау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873A9AE0-5640-4761-92A0-1F0A95B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0E6B301-22FE-47B4-839C-068C058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Қалдықтар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12BF260-B8C0-438D-8436-38F1E347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Тайғанақ және өрттің таралуы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A8DCABAE-8FA7-402B-86D1-10164645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Тұрақты тазалау және қауіпсіз жинақтау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C65ECE8-92D7-4961-A7CD-E65ECEB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Шаң жұмыс аймағына үрленбей, көзден жойылады.</a:t>
            </a:r>
          </a:p>
        </p:txBody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90789FBE-9D86-4A40-AB94-8A88DA0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B5EEFE6-C648-4C75-8DE2-29EDD8F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AB5D39B-3C64-4228-AF6A-B4DB3D6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E1FDF37-2D44-44AA-A3FE-E4324A8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ab85bd42449c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89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D670721-0A6A-4158-BF01-22A0FAEF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2D84E7F-00AF-4967-9F97-7F6C62E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Тазалау - толық тоқтағаннан кейін ғана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D02AB1B-35B9-4313-A9C6-47AFF74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Қуатты өшіріңіз, ол толығымен тоқтағанша күтіңіз және қайта қосуды болдырмаңыз.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Жоңқаларды кесетін бөліктің жанында қолыңызбен емес, щеткамен, ілмекпен немесе шаң тазалағышпен алыңыз.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Бекіткіштерді, желдеткіш саңылауларды және жабдықтың жағдайын нұсқауларға сәйкес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Құрғақ құралдар мен үшкір бөлшектерді қораптарда немесе белгіленген жерлерде сақтаңыз.</a:t>
            </a:r>
          </a:p>
        </p:txBody>
      </p:sp>
      <p:pic>
        <p:nvPicPr>
          <p:cNvPr id="18" name="VISUAL_01_s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af926f73e43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4E8F306B-3006-4B7D-85CD-934C56F5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Техникалық қызмет көрсету тек қауіпті энергия жойылғаннан кейін басталады.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AF8A746-DE06-4BCD-B708-8893BF3B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EA6C51E-15E3-4EFC-9615-27C9C90E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Құрал қауіпсіздігі — № 204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236FF23-EC3C-418F-9128-4F295C8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FA8DCEC-A96D-474D-9D21-A5038B06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dd19e471b4d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912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4095FF4-A3DF-483D-AF2E-8E6AA64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6475F29-B0C0-43C4-8FBC-D30E0DE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ЖҚҚ нақты тәуекелге сәйкес таңдалған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17447B0-738F-4267-9D43-123235E9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Көзді қорғау – чип, шаң және жабдықтың бұзылуы кезінде; естуді қорғау - шу болған жағдайда.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Тыныс алу органдарын қорғау шаңсорғышты және желдетуді толықтырады, бірақ алмастырмайды.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Аяқ киім мен киім тұрақтылықты қамтамасыз етуі және бос бөліктері болмауы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Бос қолғаптар айналмалы бөлікке түсіп қалуы мүмкін жерлерде пайдаланылмайды.</a:t>
            </a:r>
          </a:p>
        </p:txBody>
      </p:sp>
      <p:pic>
        <p:nvPicPr>
          <p:cNvPr id="18" name="VISUAL_01_s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7dff6529049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51AE924-BD5C-447E-B8B8-50303BE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ЖҚҚ - техникалық және ұйымдастырушылық шаралардан кейінгі қорғаныстың соңғы сызығы.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92727B1-EAE7-49B4-ACDA-6DFEA2A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9C3F487-50CB-40C9-BAAB-C105A64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EDFF39C-B7FB-407C-932F-79E8606C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369D574-DEC9-4AE9-BE4F-2F60F956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1fff7b3e04fd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687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C1038A7F-F03C-4125-9255-D55F361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4778BF8-484D-4B28-A412-8707C4A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Оқиғада басымдық ретімен әрекет етіңіз</a:t>
            </a:r>
          </a:p>
        </p:txBody>
      </p:sp>
      <p:sp>
        <p:nvSpPr>
          <p:cNvPr id="3" name="Прямая соединительная линия 2">
            <a:extLst xmlns:a="http://schemas.openxmlformats.org/drawingml/2006/main">
              <a:ext uri="{FF2B5EF4-FFF2-40B4-BE49-F238E27FC236}">
                <a16:creationId xmlns:a16="http://schemas.microsoft.com/office/drawing/2014/main" id="{A0906B2E-30BC-438C-989F-125E719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Овал 3">
            <a:extLst xmlns:a="http://schemas.openxmlformats.org/drawingml/2006/main">
              <a:ext uri="{FF2B5EF4-FFF2-40B4-BE49-F238E27FC236}">
                <a16:creationId xmlns:a16="http://schemas.microsoft.com/office/drawing/2014/main" id="{3CF736D1-139A-4235-8528-EEACAD3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B735D3B-0916-4101-B26A-D9EA879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42A979C-FC13-46A5-BA0E-BAF29FCE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Тоқта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96CC09C-58E1-442F-A9C7-86D2223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Стартты босатыңыз, қуатты өшіріңіз, қауіпті аймаққа кірмеңіз.</a:t>
            </a: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2F2920B9-AA5D-4692-B6A5-45185F7E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5FB57AAE-7B76-4337-A393-CC12B2D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B092EFF0-2147-4675-B2DA-7F29A377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Қорғау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E9BC35E0-B4C4-4B1B-BF02-A350417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Адамдарды ескертіп, қажет болған жағдайда 112 нөміріне хабарласып, алғашқы көмек көрсетіңіз.</a:t>
            </a:r>
          </a:p>
        </p:txBody>
      </p:sp>
      <p:sp>
        <p:nvSpPr>
          <p:cNvPr id="12" name="Овал 11">
            <a:extLst xmlns:a="http://schemas.openxmlformats.org/drawingml/2006/main">
              <a:ext uri="{FF2B5EF4-FFF2-40B4-BE49-F238E27FC236}">
                <a16:creationId xmlns:a16="http://schemas.microsoft.com/office/drawing/2014/main" id="{DDF6B936-B24C-452F-ABA6-AE3D442E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DB1BA1F-6DB7-4203-ACFE-E88F45B9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CC70962C-62B4-47B9-B630-8807CEB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Есеп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0475B536-97FE-4448-A9A6-2FE5582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Жетекшіге хабарлаңыз, егер қауіпсіз болса, жағдайды сақтаңыз.</a:t>
            </a:r>
          </a:p>
        </p:txBody>
      </p:sp>
      <p:sp>
        <p:nvSpPr>
          <p:cNvPr id="16" name="Овал 15">
            <a:extLst xmlns:a="http://schemas.openxmlformats.org/drawingml/2006/main">
              <a:ext uri="{FF2B5EF4-FFF2-40B4-BE49-F238E27FC236}">
                <a16:creationId xmlns:a16="http://schemas.microsoft.com/office/drawing/2014/main" id="{835393D6-D308-48A7-BF99-5BB80F86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1B9A0D04-4AF0-48C9-B614-FEB2DEA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B3DA6D99-53BA-4489-BDD2-25F8DB6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Түйіндеме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6759EE4-6D7A-4F01-ACBD-986F05EA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Тек себебін жойғаннан кейін және жауапты адамның рұқсатымен.</a:t>
            </a:r>
          </a:p>
        </p:txBody>
      </p:sp>
      <p:sp>
        <p:nvSpPr>
          <p:cNvPr id="20" name="Прямоугольник: скругленные углы 19">
            <a:extLst xmlns:a="http://schemas.openxmlformats.org/drawingml/2006/main">
              <a:ext uri="{FF2B5EF4-FFF2-40B4-BE49-F238E27FC236}">
                <a16:creationId xmlns:a16="http://schemas.microsoft.com/office/drawing/2014/main" id="{F6B6CCC4-C17C-410D-A903-B797891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00CCAB7A-71C7-4A79-9C5F-1521FAF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D7D8D25-B6FD-414A-AC30-7B3E105E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Кептелу, электр тогының соғуы, жабдықтың бұзылуы және өрт дереу тоқтатудың себебі болып табылады.</a:t>
            </a:r>
          </a:p>
        </p:txBody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6FE12FFB-BFE4-44F3-9045-C42A8660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E827D57-C383-430D-8F9F-0936782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0A6EAAB-04FF-49D5-8DE3-CC175D7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Ағаш шебері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97EC14B-A2B4-49DB-8178-DDB9AE6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4c83f14d240d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543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4D0CD42A-C883-4FC6-A57F-1D18350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Ұстаның соңғы бақылау парағы</a:t>
            </a:r>
          </a:p>
        </p:txBody>
      </p:sp>
      <p:sp>
        <p:nvSpPr>
          <p:cNvPr id="2" name="Овал 1">
            <a:extLst xmlns:a="http://schemas.openxmlformats.org/drawingml/2006/main">
              <a:ext uri="{FF2B5EF4-FFF2-40B4-BE49-F238E27FC236}">
                <a16:creationId xmlns:a16="http://schemas.microsoft.com/office/drawing/2014/main" id="{E928C206-2AED-49F6-9D8D-DABC5E0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50D99D9-CF85-4E31-B813-AD262A23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87AFA18-C454-4921-B29D-41243AA7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Тапсырма мен технология түсінікті; материал тексерілді.</a:t>
            </a:r>
          </a:p>
        </p:txBody>
      </p:sp>
      <p:sp>
        <p:nvSpPr>
          <p:cNvPr id="5" name="Овал 4">
            <a:extLst xmlns:a="http://schemas.openxmlformats.org/drawingml/2006/main">
              <a:ext uri="{FF2B5EF4-FFF2-40B4-BE49-F238E27FC236}">
                <a16:creationId xmlns:a16="http://schemas.microsoft.com/office/drawing/2014/main" id="{194DC14E-46FB-41CD-8C61-CAD1B98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C9CDDB0-7772-4342-8100-C734F25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F5F149D-76A0-435A-A5E3-CA21BA7B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Жұмыс орны жарықтандырылған, жолдар таза, дайындама бекітілген.</a:t>
            </a: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EA02E7FF-BF94-48E3-84F8-39CAC6E0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4F074794-DFE6-4856-BA13-49DD538E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6BB7BB9-F235-4BF8-804A-D02DA7A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Құралдар мен жабдықтар жақсы жағдайда, күзетшілер орнатылған.</a:t>
            </a:r>
          </a:p>
        </p:txBody>
      </p:sp>
      <p:sp>
        <p:nvSpPr>
          <p:cNvPr id="11" name="Овал 10">
            <a:extLst xmlns:a="http://schemas.openxmlformats.org/drawingml/2006/main">
              <a:ext uri="{FF2B5EF4-FFF2-40B4-BE49-F238E27FC236}">
                <a16:creationId xmlns:a16="http://schemas.microsoft.com/office/drawing/2014/main" id="{FD1FD7D0-D24F-48DA-988A-A17B203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3998026-5F1D-4EAF-8079-45F27E93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5604780-A8C8-4A71-AB58-5873CC8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ЖҚҚ тәуекел бойынша таңдалған; шаң сору және желдету жұмыстары.</a:t>
            </a:r>
          </a:p>
        </p:txBody>
      </p:sp>
      <p:sp>
        <p:nvSpPr>
          <p:cNvPr id="14" name="Овал 13">
            <a:extLst xmlns:a="http://schemas.openxmlformats.org/drawingml/2006/main">
              <a:ext uri="{FF2B5EF4-FFF2-40B4-BE49-F238E27FC236}">
                <a16:creationId xmlns:a16="http://schemas.microsoft.com/office/drawing/2014/main" id="{DE3876AE-0514-4D81-B30F-5E311A20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A82D3724-FD5D-4725-90EF-CDC20CB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B3C418EC-8899-493C-B00A-DEAC7C7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Ақаулық, жағдайлардың өзгеруі немесе қауіп төнген жағдайда жұмыс тоқтатылады.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860DB556-EA56-454C-B527-F4DC1AF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«Сынақты бастау» түймесін басыңыз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CE80253-E00F-496D-B0ED-9B9F166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Жаңартылған: 21/08/2026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79e9d252b46f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82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2026-09-01T18:22:06.5860000Z</dcterms:created>
  <dcterms:modified xsi:type="dcterms:W3CDTF">2026-09-01T18:22:06.5860000Z</dcterms:modified>
</coreProperties>
</file>
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8e5309ff59449d" /><Relationship Type="http://schemas.openxmlformats.org/officeDocument/2006/relationships/extended-properties" Target="/docProps/app.xml" Id="R27f879ee2fdd4917" /><Relationship Type="http://schemas.openxmlformats.org/officeDocument/2006/relationships/officeDocument" Target="/ppt/presentation.xml" Id="R2827b041a4ec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96c99275543a4"/>
    <p:sldMasterId xmlns:r="http://schemas.openxmlformats.org/officeDocument/2006/relationships" id="2147483650" r:id="Rf3c18c90e3b54d63"/>
  </p:sldMasterIdLst>
  <p:notesMasterIdLst>
    <p:notesMasterId xmlns:r="http://schemas.openxmlformats.org/officeDocument/2006/relationships" r:id="Ra6d60847e9d5429a"/>
  </p:notesMasterIdLst>
  <p:sldIdLst>
    <p:sldId xmlns:r="http://schemas.openxmlformats.org/officeDocument/2006/relationships" id="256" r:id="R67edff71b32144a2"/>
    <p:sldId xmlns:r="http://schemas.openxmlformats.org/officeDocument/2006/relationships" id="257" r:id="Rc97f42b7cf374345"/>
    <p:sldId xmlns:r="http://schemas.openxmlformats.org/officeDocument/2006/relationships" id="258" r:id="R8012f485e52441e2"/>
    <p:sldId xmlns:r="http://schemas.openxmlformats.org/officeDocument/2006/relationships" id="259" r:id="R07f220a659184fbb"/>
    <p:sldId xmlns:r="http://schemas.openxmlformats.org/officeDocument/2006/relationships" id="260" r:id="Re9473315130746c6"/>
    <p:sldId xmlns:r="http://schemas.openxmlformats.org/officeDocument/2006/relationships" id="261" r:id="R8e630cd96dca432a"/>
    <p:sldId xmlns:r="http://schemas.openxmlformats.org/officeDocument/2006/relationships" id="262" r:id="R5750b37a42004b25"/>
    <p:sldId xmlns:r="http://schemas.openxmlformats.org/officeDocument/2006/relationships" id="263" r:id="R4c0ad5c4e8524c90"/>
    <p:sldId xmlns:r="http://schemas.openxmlformats.org/officeDocument/2006/relationships" id="264" r:id="R270de987e33d4415"/>
    <p:sldId xmlns:r="http://schemas.openxmlformats.org/officeDocument/2006/relationships" id="265" r:id="R26304f94bcc347be"/>
    <p:sldId xmlns:r="http://schemas.openxmlformats.org/officeDocument/2006/relationships" id="266" r:id="R743691c5b95f4994"/>
    <p:sldId xmlns:r="http://schemas.openxmlformats.org/officeDocument/2006/relationships" id="267" r:id="R0ea0737332db4fa0"/>
    <p:sldId xmlns:r="http://schemas.openxmlformats.org/officeDocument/2006/relationships" id="268" r:id="Ra6b963c055044fd0"/>
    <p:sldId xmlns:r="http://schemas.openxmlformats.org/officeDocument/2006/relationships" id="269" r:id="Ra9fa5a8ab5bf4625"/>
    <p:sldId xmlns:r="http://schemas.openxmlformats.org/officeDocument/2006/relationships" id="270" r:id="R7e3dcae565a94db8"/>
    <p:sldId xmlns:r="http://schemas.openxmlformats.org/officeDocument/2006/relationships" id="271" r:id="Ra2fcde1ae7b24fd8"/>
    <p:sldId xmlns:r="http://schemas.openxmlformats.org/officeDocument/2006/relationships" id="272" r:id="Rb626fbe55ece4135"/>
    <p:sldId xmlns:r="http://schemas.openxmlformats.org/officeDocument/2006/relationships" id="273" r:id="R3a00ac335d49418c"/>
    <p:sldId xmlns:r="http://schemas.openxmlformats.org/officeDocument/2006/relationships" id="274" r:id="R21a6cd58f68c48a0"/>
    <p:sldId xmlns:r="http://schemas.openxmlformats.org/officeDocument/2006/relationships" id="275" r:id="Rad08833a107e48b7"/>
    <p:sldId xmlns:r="http://schemas.openxmlformats.org/officeDocument/2006/relationships" id="276" r:id="Rf52ab3ab91e241f7"/>
    <p:sldId xmlns:r="http://schemas.openxmlformats.org/officeDocument/2006/relationships" id="277" r:id="R209d364afe844600"/>
    <p:sldId xmlns:r="http://schemas.openxmlformats.org/officeDocument/2006/relationships" id="278" r:id="R232aa048707548be"/>
    <p:sldId xmlns:r="http://schemas.openxmlformats.org/officeDocument/2006/relationships" id="279" r:id="Ra314f731e9224e0a"/>
    <p:sldId xmlns:r="http://schemas.openxmlformats.org/officeDocument/2006/relationships" id="280" r:id="R62da27062f7549d1"/>
    <p:sldId xmlns:r="http://schemas.openxmlformats.org/officeDocument/2006/relationships" id="281" r:id="Re641c75f99844b67"/>
    <p:sldId xmlns:r="http://schemas.openxmlformats.org/officeDocument/2006/relationships" id="282" r:id="Ra8145490f4b9421e"/>
    <p:sldId xmlns:r="http://schemas.openxmlformats.org/officeDocument/2006/relationships" id="283" r:id="R52b158538fd14e1f"/>
    <p:sldId xmlns:r="http://schemas.openxmlformats.org/officeDocument/2006/relationships" id="284" r:id="R5c22f5b0b5574b65"/>
    <p:sldId xmlns:r="http://schemas.openxmlformats.org/officeDocument/2006/relationships" id="285" r:id="R9f084d7d37d04e74"/>
    <p:sldId xmlns:r="http://schemas.openxmlformats.org/officeDocument/2006/relationships" id="286" r:id="Rb55dc3bb976c4d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f14d1cd1bc4193" /><Relationship Type="http://schemas.openxmlformats.org/officeDocument/2006/relationships/slideMaster" Target="/ppt/slideMasters/slideMaster1.xml" Id="R29796c99275543a4" /><Relationship Type="http://schemas.openxmlformats.org/officeDocument/2006/relationships/slideMaster" Target="/ppt/slideMasters/slideMaster2.xml" Id="Rf3c18c90e3b54d63" /><Relationship Type="http://schemas.openxmlformats.org/officeDocument/2006/relationships/notesMaster" Target="/ppt/notesMasters/notesMaster1.xml" Id="Ra6d60847e9d5429a" /><Relationship Type="http://schemas.openxmlformats.org/officeDocument/2006/relationships/presProps" Target="/ppt/presProps.xml" Id="R7e6e0faeea39408b" /><Relationship Type="http://schemas.openxmlformats.org/officeDocument/2006/relationships/tableStyles" Target="/ppt/tableStyles.xml" Id="R2d748a80425f40bd" /><Relationship Type="http://schemas.openxmlformats.org/officeDocument/2006/relationships/slide" Target="/ppt/slides/slide1.xml" Id="R67edff71b32144a2" /><Relationship Type="http://schemas.openxmlformats.org/officeDocument/2006/relationships/slide" Target="/ppt/slides/slide2.xml" Id="Rc97f42b7cf374345" /><Relationship Type="http://schemas.openxmlformats.org/officeDocument/2006/relationships/slide" Target="/ppt/slides/slide3.xml" Id="R8012f485e52441e2" /><Relationship Type="http://schemas.openxmlformats.org/officeDocument/2006/relationships/slide" Target="/ppt/slides/slide4.xml" Id="R07f220a659184fbb" /><Relationship Type="http://schemas.openxmlformats.org/officeDocument/2006/relationships/slide" Target="/ppt/slides/slide5.xml" Id="Re9473315130746c6" /><Relationship Type="http://schemas.openxmlformats.org/officeDocument/2006/relationships/slide" Target="/ppt/slides/slide6.xml" Id="R8e630cd96dca432a" /><Relationship Type="http://schemas.openxmlformats.org/officeDocument/2006/relationships/slide" Target="/ppt/slides/slide7.xml" Id="R5750b37a42004b25" /><Relationship Type="http://schemas.openxmlformats.org/officeDocument/2006/relationships/slide" Target="/ppt/slides/slide8.xml" Id="R4c0ad5c4e8524c90" /><Relationship Type="http://schemas.openxmlformats.org/officeDocument/2006/relationships/slide" Target="/ppt/slides/slide9.xml" Id="R270de987e33d4415" /><Relationship Type="http://schemas.openxmlformats.org/officeDocument/2006/relationships/slide" Target="/ppt/slides/slide10.xml" Id="R26304f94bcc347be" /><Relationship Type="http://schemas.openxmlformats.org/officeDocument/2006/relationships/slide" Target="/ppt/slides/slide11.xml" Id="R743691c5b95f4994" /><Relationship Type="http://schemas.openxmlformats.org/officeDocument/2006/relationships/slide" Target="/ppt/slides/slide12.xml" Id="R0ea0737332db4fa0" /><Relationship Type="http://schemas.openxmlformats.org/officeDocument/2006/relationships/slide" Target="/ppt/slides/slide13.xml" Id="Ra6b963c055044fd0" /><Relationship Type="http://schemas.openxmlformats.org/officeDocument/2006/relationships/slide" Target="/ppt/slides/slide14.xml" Id="Ra9fa5a8ab5bf4625" /><Relationship Type="http://schemas.openxmlformats.org/officeDocument/2006/relationships/slide" Target="/ppt/slides/slide15.xml" Id="R7e3dcae565a94db8" /><Relationship Type="http://schemas.openxmlformats.org/officeDocument/2006/relationships/slide" Target="/ppt/slides/slide16.xml" Id="Ra2fcde1ae7b24fd8" /><Relationship Type="http://schemas.openxmlformats.org/officeDocument/2006/relationships/slide" Target="/ppt/slides/slide17.xml" Id="Rb626fbe55ece4135" /><Relationship Type="http://schemas.openxmlformats.org/officeDocument/2006/relationships/slide" Target="/ppt/slides/slide18.xml" Id="R3a00ac335d49418c" /><Relationship Type="http://schemas.openxmlformats.org/officeDocument/2006/relationships/slide" Target="/ppt/slides/slide19.xml" Id="R21a6cd58f68c48a0" /><Relationship Type="http://schemas.openxmlformats.org/officeDocument/2006/relationships/slide" Target="/ppt/slides/slide20.xml" Id="Rad08833a107e48b7" /><Relationship Type="http://schemas.openxmlformats.org/officeDocument/2006/relationships/slide" Target="/ppt/slides/slide21.xml" Id="Rf52ab3ab91e241f7" /><Relationship Type="http://schemas.openxmlformats.org/officeDocument/2006/relationships/slide" Target="/ppt/slides/slide22.xml" Id="R209d364afe844600" /><Relationship Type="http://schemas.openxmlformats.org/officeDocument/2006/relationships/slide" Target="/ppt/slides/slide23.xml" Id="R232aa048707548be" /><Relationship Type="http://schemas.openxmlformats.org/officeDocument/2006/relationships/slide" Target="/ppt/slides/slide24.xml" Id="Ra314f731e9224e0a" /><Relationship Type="http://schemas.openxmlformats.org/officeDocument/2006/relationships/slide" Target="/ppt/slides/slide25.xml" Id="R62da27062f7549d1" /><Relationship Type="http://schemas.openxmlformats.org/officeDocument/2006/relationships/slide" Target="/ppt/slides/slide26.xml" Id="Re641c75f99844b67" /><Relationship Type="http://schemas.openxmlformats.org/officeDocument/2006/relationships/slide" Target="/ppt/slides/slide27.xml" Id="Ra8145490f4b9421e" /><Relationship Type="http://schemas.openxmlformats.org/officeDocument/2006/relationships/slide" Target="/ppt/slides/slide28.xml" Id="R52b158538fd14e1f" /><Relationship Type="http://schemas.openxmlformats.org/officeDocument/2006/relationships/slide" Target="/ppt/slides/slide29.xml" Id="R5c22f5b0b5574b65" /><Relationship Type="http://schemas.openxmlformats.org/officeDocument/2006/relationships/slide" Target="/ppt/slides/slide30.xml" Id="R9f084d7d37d04e74" /><Relationship Type="http://schemas.openxmlformats.org/officeDocument/2006/relationships/slide" Target="/ppt/slides/slide31.xml" Id="Rb55dc3bb976c4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098dcc06b74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3427f4e864a07" /><Relationship Type="http://schemas.openxmlformats.org/officeDocument/2006/relationships/notesMaster" Target="/ppt/notesMasters/notesMaster1.xml" Id="R4733d26ac0ff43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998b5b91d9419e" /><Relationship Type="http://schemas.openxmlformats.org/officeDocument/2006/relationships/notesMaster" Target="/ppt/notesMasters/notesMaster1.xml" Id="Rb96652b94720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937e63a90147be" /><Relationship Type="http://schemas.openxmlformats.org/officeDocument/2006/relationships/notesMaster" Target="/ppt/notesMasters/notesMaster1.xml" Id="Re96dd6ffe8b4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d378d52fa449de" /><Relationship Type="http://schemas.openxmlformats.org/officeDocument/2006/relationships/notesMaster" Target="/ppt/notesMasters/notesMaster1.xml" Id="R21974b31dcf84a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7f43aa38334fed" /><Relationship Type="http://schemas.openxmlformats.org/officeDocument/2006/relationships/notesMaster" Target="/ppt/notesMasters/notesMaster1.xml" Id="R297bfba8874e4f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05d00a51e24b3c" /><Relationship Type="http://schemas.openxmlformats.org/officeDocument/2006/relationships/notesMaster" Target="/ppt/notesMasters/notesMaster1.xml" Id="R3f1f15d49baf4d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5c970b0f33466a" /><Relationship Type="http://schemas.openxmlformats.org/officeDocument/2006/relationships/notesMaster" Target="/ppt/notesMasters/notesMaster1.xml" Id="Rf89bcf95fd574d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ed6d8adf084dee" /><Relationship Type="http://schemas.openxmlformats.org/officeDocument/2006/relationships/notesMaster" Target="/ppt/notesMasters/notesMaster1.xml" Id="Rd7bca784e21145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de8a3a49a148b5" /><Relationship Type="http://schemas.openxmlformats.org/officeDocument/2006/relationships/notesMaster" Target="/ppt/notesMasters/notesMaster1.xml" Id="Rd9da3d95373540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99a3686e614a6a" /><Relationship Type="http://schemas.openxmlformats.org/officeDocument/2006/relationships/notesMaster" Target="/ppt/notesMasters/notesMaster1.xml" Id="R5ba3472d1ae44b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a30036fee8423e" /><Relationship Type="http://schemas.openxmlformats.org/officeDocument/2006/relationships/notesMaster" Target="/ppt/notesMasters/notesMaster1.xml" Id="Re47bddf8ab3246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bcf0f25a5649bc" /><Relationship Type="http://schemas.openxmlformats.org/officeDocument/2006/relationships/notesMaster" Target="/ppt/notesMasters/notesMaster1.xml" Id="R6a48ef5ecbca48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3dd95727e14d2e" /><Relationship Type="http://schemas.openxmlformats.org/officeDocument/2006/relationships/notesMaster" Target="/ppt/notesMasters/notesMaster1.xml" Id="R1600f17c847b45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7cde1c3cea4d7b" /><Relationship Type="http://schemas.openxmlformats.org/officeDocument/2006/relationships/notesMaster" Target="/ppt/notesMasters/notesMaster1.xml" Id="R800f158a6a2d40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d64d099f6a49fb" /><Relationship Type="http://schemas.openxmlformats.org/officeDocument/2006/relationships/notesMaster" Target="/ppt/notesMasters/notesMaster1.xml" Id="R536602beaf2a44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29fd8604ec40ba" /><Relationship Type="http://schemas.openxmlformats.org/officeDocument/2006/relationships/notesMaster" Target="/ppt/notesMasters/notesMaster1.xml" Id="R8c0e2ae137a549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4a35a1d05d47de" /><Relationship Type="http://schemas.openxmlformats.org/officeDocument/2006/relationships/notesMaster" Target="/ppt/notesMasters/notesMaster1.xml" Id="R5e1a6dfae9c34e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5faf1c2c2640fd" /><Relationship Type="http://schemas.openxmlformats.org/officeDocument/2006/relationships/notesMaster" Target="/ppt/notesMasters/notesMaster1.xml" Id="R39e15b5d745b42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517bef0f3245b8" /><Relationship Type="http://schemas.openxmlformats.org/officeDocument/2006/relationships/notesMaster" Target="/ppt/notesMasters/notesMaster1.xml" Id="R04e913838b1c48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7ab5e730d64c80" /><Relationship Type="http://schemas.openxmlformats.org/officeDocument/2006/relationships/notesMaster" Target="/ppt/notesMasters/notesMaster1.xml" Id="R564ce5dbfd224a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5ba41c02fc456c" /><Relationship Type="http://schemas.openxmlformats.org/officeDocument/2006/relationships/notesMaster" Target="/ppt/notesMasters/notesMaster1.xml" Id="R8b4438ccc5bf44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8ce6a440b349e6" /><Relationship Type="http://schemas.openxmlformats.org/officeDocument/2006/relationships/notesMaster" Target="/ppt/notesMasters/notesMaster1.xml" Id="Rf55fdacebf484b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1545de4c524d0e" /><Relationship Type="http://schemas.openxmlformats.org/officeDocument/2006/relationships/notesMaster" Target="/ppt/notesMasters/notesMaster1.xml" Id="R7b7d5d38d22a4a5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de1aa7ed2a49fe" /><Relationship Type="http://schemas.openxmlformats.org/officeDocument/2006/relationships/notesMaster" Target="/ppt/notesMasters/notesMaster1.xml" Id="Rdefc5ca2d955478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14117d33d94c76" /><Relationship Type="http://schemas.openxmlformats.org/officeDocument/2006/relationships/notesMaster" Target="/ppt/notesMasters/notesMaster1.xml" Id="R1300e12c47ca4c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87c3cd86904e89" /><Relationship Type="http://schemas.openxmlformats.org/officeDocument/2006/relationships/notesMaster" Target="/ppt/notesMasters/notesMaster1.xml" Id="R5f3216b17aca4e0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3f42f839304974" /><Relationship Type="http://schemas.openxmlformats.org/officeDocument/2006/relationships/notesMaster" Target="/ppt/notesMasters/notesMaster1.xml" Id="R27bc7175e01842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f70d834b8f46a2" /><Relationship Type="http://schemas.openxmlformats.org/officeDocument/2006/relationships/notesMaster" Target="/ppt/notesMasters/notesMaster1.xml" Id="R9c2aa9b4e2124f0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574b862e89044dc" /><Relationship Type="http://schemas.openxmlformats.org/officeDocument/2006/relationships/notesMaster" Target="/ppt/notesMasters/notesMaster1.xml" Id="Rd4414cea62414d1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c66a55b63741ce" /><Relationship Type="http://schemas.openxmlformats.org/officeDocument/2006/relationships/notesMaster" Target="/ppt/notesMasters/notesMaster1.xml" Id="R045bbb9ef7b2453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0fc65bc02514b13" /><Relationship Type="http://schemas.openxmlformats.org/officeDocument/2006/relationships/notesMaster" Target="/ppt/notesMasters/notesMaster1.xml" Id="Rf3275cec4af34e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KK text map: content/localizations/staged-2026-09-01/presentations/armaturshchik/kk/text-map.json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df4abae5045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616729040e4f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d208f31e7e4ca2" /><Relationship Type="http://schemas.openxmlformats.org/officeDocument/2006/relationships/slideLayout" Target="/ppt/slideLayouts/slideLayout1.xml" Id="R90c9dc2f3cc747c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61b97d68ebf4fc4" /><Relationship Type="http://schemas.openxmlformats.org/officeDocument/2006/relationships/slideLayout" Target="/ppt/slideLayouts/slideLayout2.xml" Id="Re5c495d7c32646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c9dc2f3cc747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5c495d7c32646f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79fbfbce24f98" /><Relationship Type="http://schemas.openxmlformats.org/officeDocument/2006/relationships/image" Target="/ppt/media/image.jpeg" Id="R1991b8511a7f48a6" /><Relationship Type="http://schemas.openxmlformats.org/officeDocument/2006/relationships/image" Target="/ppt/media/image.png" Id="R9348d0b7a1584bfc" /><Relationship Type="http://schemas.openxmlformats.org/officeDocument/2006/relationships/notesSlide" Target="/ppt/notesSlides/notesSlide1.xml" Id="R1922fd6fa4ca4f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84d7c64f2e40be" /><Relationship Type="http://schemas.openxmlformats.org/officeDocument/2006/relationships/image" Target="/ppt/media/image2.png" Id="Rab07f260830946ba" /><Relationship Type="http://schemas.openxmlformats.org/officeDocument/2006/relationships/notesSlide" Target="/ppt/notesSlides/notesSlide2.xml" Id="R50b1e08d78264a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c4fde54a9648ce" /><Relationship Type="http://schemas.openxmlformats.org/officeDocument/2006/relationships/image" Target="/ppt/media/image3.png" Id="R7dd5c5582ee24e3e" /><Relationship Type="http://schemas.openxmlformats.org/officeDocument/2006/relationships/notesSlide" Target="/ppt/notesSlides/notesSlide3.xml" Id="R7c08dd94ab6443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704ce617242c5" /><Relationship Type="http://schemas.openxmlformats.org/officeDocument/2006/relationships/image" Target="/ppt/media/image2.jpeg" Id="R61dd1a854a704ab8" /><Relationship Type="http://schemas.openxmlformats.org/officeDocument/2006/relationships/image" Target="/ppt/media/image4.png" Id="R372965c602b34163" /><Relationship Type="http://schemas.openxmlformats.org/officeDocument/2006/relationships/notesSlide" Target="/ppt/notesSlides/notesSlide4.xml" Id="Rccad37117d6a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fb51d4f334234" /><Relationship Type="http://schemas.openxmlformats.org/officeDocument/2006/relationships/image" Target="/ppt/media/image5.png" Id="R0d549a9b15524c32" /><Relationship Type="http://schemas.openxmlformats.org/officeDocument/2006/relationships/notesSlide" Target="/ppt/notesSlides/notesSlide5.xml" Id="R1e16175cdc9c4a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4973b40e934cbb" /><Relationship Type="http://schemas.openxmlformats.org/officeDocument/2006/relationships/image" Target="/ppt/media/image6.png" Id="R6f300ccace63498a" /><Relationship Type="http://schemas.openxmlformats.org/officeDocument/2006/relationships/notesSlide" Target="/ppt/notesSlides/notesSlide6.xml" Id="Rf6c58975ff3943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92cfb20ea4739" /><Relationship Type="http://schemas.openxmlformats.org/officeDocument/2006/relationships/image" Target="/ppt/media/image3.jpeg" Id="R614f56d0965e41a5" /><Relationship Type="http://schemas.openxmlformats.org/officeDocument/2006/relationships/image" Target="/ppt/media/image7.png" Id="R7cabef72f8bd4b98" /><Relationship Type="http://schemas.openxmlformats.org/officeDocument/2006/relationships/notesSlide" Target="/ppt/notesSlides/notesSlide7.xml" Id="R3aeabced248d41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0207fd41a545a9" /><Relationship Type="http://schemas.openxmlformats.org/officeDocument/2006/relationships/image" Target="/ppt/media/image4.jpeg" Id="R22c0ad798de6406a" /><Relationship Type="http://schemas.openxmlformats.org/officeDocument/2006/relationships/image" Target="/ppt/media/image8.png" Id="R5ac27c1779c74ca4" /><Relationship Type="http://schemas.openxmlformats.org/officeDocument/2006/relationships/notesSlide" Target="/ppt/notesSlides/notesSlide8.xml" Id="R6bafc7da818848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423061ae6e417d" /><Relationship Type="http://schemas.openxmlformats.org/officeDocument/2006/relationships/image" Target="/ppt/media/image5.jpeg" Id="Ra6d972c012194f06" /><Relationship Type="http://schemas.openxmlformats.org/officeDocument/2006/relationships/image" Target="/ppt/media/image9.png" Id="R20658e807df34107" /><Relationship Type="http://schemas.openxmlformats.org/officeDocument/2006/relationships/notesSlide" Target="/ppt/notesSlides/notesSlide9.xml" Id="R8e61f2f3180e4d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15d20777ff49a7" /><Relationship Type="http://schemas.openxmlformats.org/officeDocument/2006/relationships/image" Target="/ppt/media/image6.jpeg" Id="Rdc062a72a9af41b9" /><Relationship Type="http://schemas.openxmlformats.org/officeDocument/2006/relationships/image" Target="/ppt/media/image10.png" Id="Rb2b609b0d5624a6d" /><Relationship Type="http://schemas.openxmlformats.org/officeDocument/2006/relationships/notesSlide" Target="/ppt/notesSlides/notesSlide10.xml" Id="R8c3b79a0426343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e4008c46a14fdc" /><Relationship Type="http://schemas.openxmlformats.org/officeDocument/2006/relationships/image" Target="/ppt/media/image11.png" Id="R88fd98d7c1294dac" /><Relationship Type="http://schemas.openxmlformats.org/officeDocument/2006/relationships/notesSlide" Target="/ppt/notesSlides/notesSlide11.xml" Id="Rbe66a0abd14d45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370331b8e446e7" /><Relationship Type="http://schemas.openxmlformats.org/officeDocument/2006/relationships/image" Target="/ppt/media/image7.jpeg" Id="R54562540a5de47f3" /><Relationship Type="http://schemas.openxmlformats.org/officeDocument/2006/relationships/image" Target="/ppt/media/image12.png" Id="R56d32ece95054b5c" /><Relationship Type="http://schemas.openxmlformats.org/officeDocument/2006/relationships/notesSlide" Target="/ppt/notesSlides/notesSlide12.xml" Id="R22f51169d90b48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79ad9de3864322" /><Relationship Type="http://schemas.openxmlformats.org/officeDocument/2006/relationships/image" Target="/ppt/media/image8.jpeg" Id="Rfadf79c37e054753" /><Relationship Type="http://schemas.openxmlformats.org/officeDocument/2006/relationships/image" Target="/ppt/media/image13.png" Id="R36e23f6356ab4522" /><Relationship Type="http://schemas.openxmlformats.org/officeDocument/2006/relationships/notesSlide" Target="/ppt/notesSlides/notesSlide13.xml" Id="R8845434d47a84f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34b42c57ed4e2d" /><Relationship Type="http://schemas.openxmlformats.org/officeDocument/2006/relationships/image" Target="/ppt/media/image14.png" Id="R327c99492bff43c7" /><Relationship Type="http://schemas.openxmlformats.org/officeDocument/2006/relationships/notesSlide" Target="/ppt/notesSlides/notesSlide14.xml" Id="Rb304a6a0471a44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1b221214034bae" /><Relationship Type="http://schemas.openxmlformats.org/officeDocument/2006/relationships/image" Target="/ppt/media/image9.jpeg" Id="R2c896727cb4244e3" /><Relationship Type="http://schemas.openxmlformats.org/officeDocument/2006/relationships/image" Target="/ppt/media/image15.png" Id="R47154be278c74e41" /><Relationship Type="http://schemas.openxmlformats.org/officeDocument/2006/relationships/notesSlide" Target="/ppt/notesSlides/notesSlide15.xml" Id="R5b73174183b943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4a6fbddeec4206" /><Relationship Type="http://schemas.openxmlformats.org/officeDocument/2006/relationships/image" Target="/ppt/media/image16.png" Id="R8b71d6215e074db7" /><Relationship Type="http://schemas.openxmlformats.org/officeDocument/2006/relationships/notesSlide" Target="/ppt/notesSlides/notesSlide16.xml" Id="R5ffe6f43b27d41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403264086f46dc" /><Relationship Type="http://schemas.openxmlformats.org/officeDocument/2006/relationships/image" Target="/ppt/media/image10.jpeg" Id="R702f0c7421b2461c" /><Relationship Type="http://schemas.openxmlformats.org/officeDocument/2006/relationships/image" Target="/ppt/media/image17.png" Id="R407a4aa06d3042b5" /><Relationship Type="http://schemas.openxmlformats.org/officeDocument/2006/relationships/notesSlide" Target="/ppt/notesSlides/notesSlide17.xml" Id="R51a8466bfffd40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9ad39e8dee43fe" /><Relationship Type="http://schemas.openxmlformats.org/officeDocument/2006/relationships/image" Target="/ppt/media/image11.jpeg" Id="R80d87eb41c0744cb" /><Relationship Type="http://schemas.openxmlformats.org/officeDocument/2006/relationships/image" Target="/ppt/media/image18.png" Id="Rd68e2a8125ac4644" /><Relationship Type="http://schemas.openxmlformats.org/officeDocument/2006/relationships/notesSlide" Target="/ppt/notesSlides/notesSlide18.xml" Id="Rc21e8eedb7d846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983c5996064bbd" /><Relationship Type="http://schemas.openxmlformats.org/officeDocument/2006/relationships/image" Target="/ppt/media/image12.jpeg" Id="R8157ad5649bd47c8" /><Relationship Type="http://schemas.openxmlformats.org/officeDocument/2006/relationships/image" Target="/ppt/media/image19.png" Id="Rca9adebf8a924f0e" /><Relationship Type="http://schemas.openxmlformats.org/officeDocument/2006/relationships/notesSlide" Target="/ppt/notesSlides/notesSlide19.xml" Id="Rcd4c76813eab4b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118435061e448e" /><Relationship Type="http://schemas.openxmlformats.org/officeDocument/2006/relationships/image" Target="/ppt/media/image20.png" Id="Ra0cc0841b3784660" /><Relationship Type="http://schemas.openxmlformats.org/officeDocument/2006/relationships/notesSlide" Target="/ppt/notesSlides/notesSlide20.xml" Id="R27ee5240783541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c4bb9f8fa4a3c" /><Relationship Type="http://schemas.openxmlformats.org/officeDocument/2006/relationships/image" Target="/ppt/media/image13.jpeg" Id="Raab0f97ac88440b3" /><Relationship Type="http://schemas.openxmlformats.org/officeDocument/2006/relationships/image" Target="/ppt/media/image21.png" Id="R5f6b73b9089447e5" /><Relationship Type="http://schemas.openxmlformats.org/officeDocument/2006/relationships/notesSlide" Target="/ppt/notesSlides/notesSlide21.xml" Id="R0d488954990340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6acc427dcd41c9" /><Relationship Type="http://schemas.openxmlformats.org/officeDocument/2006/relationships/image" Target="/ppt/media/image14.jpeg" Id="Rc4e16cb6f9a64e76" /><Relationship Type="http://schemas.openxmlformats.org/officeDocument/2006/relationships/image" Target="/ppt/media/image22.png" Id="R5521a1a04757485e" /><Relationship Type="http://schemas.openxmlformats.org/officeDocument/2006/relationships/notesSlide" Target="/ppt/notesSlides/notesSlide22.xml" Id="R0d3c7ea1cf074b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dca1847bee440a" /><Relationship Type="http://schemas.openxmlformats.org/officeDocument/2006/relationships/image" Target="/ppt/media/image23.png" Id="R56bc5d6701414c4b" /><Relationship Type="http://schemas.openxmlformats.org/officeDocument/2006/relationships/notesSlide" Target="/ppt/notesSlides/notesSlide23.xml" Id="R43d4688ad13645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251693b02d4244" /><Relationship Type="http://schemas.openxmlformats.org/officeDocument/2006/relationships/image" Target="/ppt/media/image24.png" Id="R3f096dadde1544e4" /><Relationship Type="http://schemas.openxmlformats.org/officeDocument/2006/relationships/notesSlide" Target="/ppt/notesSlides/notesSlide24.xml" Id="R06056d31fa114cc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166facf54e4fe3" /><Relationship Type="http://schemas.openxmlformats.org/officeDocument/2006/relationships/image" Target="/ppt/media/image25.png" Id="Ra86d1ec31e04407f" /><Relationship Type="http://schemas.openxmlformats.org/officeDocument/2006/relationships/notesSlide" Target="/ppt/notesSlides/notesSlide25.xml" Id="R680add4166af426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9fe47fdd9b4b6d" /><Relationship Type="http://schemas.openxmlformats.org/officeDocument/2006/relationships/image" Target="/ppt/media/image15.jpeg" Id="Rcd8ba932e06b4e2a" /><Relationship Type="http://schemas.openxmlformats.org/officeDocument/2006/relationships/image" Target="/ppt/media/image26.png" Id="R6cf835b633c04072" /><Relationship Type="http://schemas.openxmlformats.org/officeDocument/2006/relationships/notesSlide" Target="/ppt/notesSlides/notesSlide26.xml" Id="Ra03952e7712d42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f4da0ecf744c42" /><Relationship Type="http://schemas.openxmlformats.org/officeDocument/2006/relationships/image" Target="/ppt/media/image16.jpeg" Id="Rcbe59fa943a542ea" /><Relationship Type="http://schemas.openxmlformats.org/officeDocument/2006/relationships/image" Target="/ppt/media/image27.png" Id="Rc742c6a1382c4089" /><Relationship Type="http://schemas.openxmlformats.org/officeDocument/2006/relationships/notesSlide" Target="/ppt/notesSlides/notesSlide27.xml" Id="R1e66914d48b7441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59b188d58248ce" /><Relationship Type="http://schemas.openxmlformats.org/officeDocument/2006/relationships/image" Target="/ppt/media/image17.jpeg" Id="Rdede5eaea794477f" /><Relationship Type="http://schemas.openxmlformats.org/officeDocument/2006/relationships/image" Target="/ppt/media/image28.png" Id="Rb0a0951643b24386" /><Relationship Type="http://schemas.openxmlformats.org/officeDocument/2006/relationships/notesSlide" Target="/ppt/notesSlides/notesSlide28.xml" Id="R2c0ba2343df548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fc426d57644aa6" /><Relationship Type="http://schemas.openxmlformats.org/officeDocument/2006/relationships/image" Target="/ppt/media/image18.jpeg" Id="R3076ecc446474b90" /><Relationship Type="http://schemas.openxmlformats.org/officeDocument/2006/relationships/image" Target="/ppt/media/image29.png" Id="R2c4279e1e1d8481a" /><Relationship Type="http://schemas.openxmlformats.org/officeDocument/2006/relationships/notesSlide" Target="/ppt/notesSlides/notesSlide29.xml" Id="R22e9c80ba3a249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335ab912a84fda" /><Relationship Type="http://schemas.openxmlformats.org/officeDocument/2006/relationships/image" Target="/ppt/media/image30.png" Id="R62491571e9644b0c" /><Relationship Type="http://schemas.openxmlformats.org/officeDocument/2006/relationships/notesSlide" Target="/ppt/notesSlides/notesSlide30.xml" Id="Rb19845f806424c1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6cfb3de73347da" /><Relationship Type="http://schemas.openxmlformats.org/officeDocument/2006/relationships/image" Target="/ppt/media/image31.png" Id="R9533f101a6c04bc2" /><Relationship Type="http://schemas.openxmlformats.org/officeDocument/2006/relationships/notesSlide" Target="/ppt/notesSlides/notesSlide31.xml" Id="R9bfeb209eaca4a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C0357-5236-410E-B5B0-CB653A4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2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1b8511a7f48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05A4C-D100-460C-9827-5434BBBB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D53F21A1-2F8C-435D-A8B2-4188473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ОҚУ КУРСЫ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2E2EE2C6-6BF8-4C37-B454-A6416022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65ACF-CAAF-434E-B22B-743E5CE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3A9719E9-CB1B-47CA-8791-938CBDB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Арматура жұмыстарының технологиясы, сапасы және қауіпсіз орындалуы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3553A45A-7A2A-41B2-9451-EA55C98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Жұмысшылар мен желілік қызметкерлерді оқыту курсы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D2445-6DB4-469B-B390-2890646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215B88B-19A7-4D68-AC62-4FA4195D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AFE8735-1E0B-4B5A-BCFF-FFA7123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8d0b7a1584b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9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87DF6-8372-447B-809C-BA138A36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5F7721F-5C28-496B-A7DE-0DC80410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Курстан кейін жұмыскер мүмкін болады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06753266-04A9-437C-9F60-769383C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0FEEF-1C8D-4230-9421-4B46405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D25142DC-EC74-4D0B-A848-320C417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Материалды, құралдарды және жұмыс аймағын жобаға және тапсырмаға сәйкес дайындаңыз.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934DA8A0-E93E-4E2B-82B2-32C378B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19EEB-5A53-408B-B03F-E6DEF9D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DB87B45A-B020-4027-A70D-59475D5C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Арматураны қауіпсіз түзету, кесу, ию және байлау, сондай-ақ қаңқаны құрастыру.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B5985B86-6107-4E91-8F09-6639761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8B10D-5185-4E93-A2D9-0685C8A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BB4F5B62-EC69-4CBD-971A-39D7006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Қосылу әдістерін ажыратыңыз және жобалық шешімді ауыстырмаңыз.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F19A4199-EF70-445A-9043-DADF881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F8C38-263F-4544-87F7-079C54A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E8F25FCA-15F8-4333-946E-F379C42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Сапаны тексеріңіз, қауіпті жағдайды танып, жұмысты тоқтатыңыз.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DEDB0-DDC4-42F6-8900-F96A9259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BE5DF-F3F0-4C38-A6BB-2608054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B408602-F59E-48AE-9AC0-B2B6D99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арматура құрылымда дәл позиция және сенімді қосылыммен ғана жұмыс істейді.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DCFB8-A122-40DE-8B07-16D1444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A6768B7-7A90-4CF0-97FA-B248B293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1844978-4573-4096-B402-A06FAAFE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7f260830946b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99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A3AA8-6182-4F30-B756-683CD6B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1F9DACD-C984-462F-BED4-6BBD90F6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 логикасы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2D56CFB6-BC26-452D-BB62-89ED6D6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DBEB-2635-4D84-A274-D00E4EA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01B7F3B4-A814-4AC0-BBC9-40F0D12D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Материалдар, дизайн және дайындық.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6A3659E1-D4CF-44FD-B01C-3F57C10D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21BA3-750F-4D17-B654-489F96EC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0D7624C9-3D79-43B8-8853-5AB5D43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Технологиялық реттілік.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E9FA4B90-4772-49E7-8CBB-8EA6068E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7A04C-7337-4881-B040-3C0EAC1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6A1E9526-A696-4A98-B50F-8072135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Жақтауды қосу және орнату.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48C5A4D6-8765-48FE-97AF-D9ECAAE6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471A9-91E2-4ED7-B976-BECF11C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271F0722-4F0D-4B20-AA55-FA5ADEC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Сапаны бақылау және типтік ақаулар.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F6B62691-5C08-4E53-B0E3-46AB98E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C381A-60E7-4CE5-BEA1-D0488678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34A8A596-0E2F-4898-96D2-A2EF885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Тәуекелдер, ЖҚҚ және тоқтату шарттары.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84487-87EC-417A-BEAE-B486814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C89EA-1FCF-4AE9-904A-A95C90E8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FB96C-BFBD-4724-84DD-F89FADE6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семантикалық блоктар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5E8F7-91E0-4A0E-B60C-44193D92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A7CA4CF-6FBE-49EA-89E0-21BB343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543B9FB-3A55-4E96-A458-8E28665A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5c5582ee24e3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0CFC697B-442A-4C80-BB0F-4DFB8D4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6169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37FAF-7E92-4E9A-ADC7-D6A1973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d1a854a704a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8821389-2DFD-4CDD-ADC4-EE32952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BB48-1E87-40C9-B2F3-F980915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C38C373-BA70-4712-940C-3231FE7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Тапсырма, материал және дайындық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C8A4101D-9671-4171-8DCE-7113E1E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Өңдеу алдында жобаны түсіну, қозғалысты ұйымдастыру және рұқсат етілмеген ауыстыруларды болдырмау керек.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00B66-0DAF-45DE-9E57-5E39864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CEB7BE-3965-4A1D-A69F-96891E2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823C054-D865-492B-87E9-A72F664F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965c602b3416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59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4B633-FDAF-4655-8709-F5DB58F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C6D88A7-5526-4A22-82A6-549787BF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5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Арматура құрылымның күш сұлбасын құрайды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8FF12-CAF6-458E-85DA-60EDDB1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Арматуршы темірбетон конструкцияларының арматура элементтерін дайындайды, құрастырады және орнатады.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жобалық өлшемдерге, арматура өзектерінің орналасуына, қосылыстарға және бетонның қорғаныш қабатына байланысты.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Диаметрді, қадамды, пішінді немесе қосу тәсілін тек келісілген жобалық шешім бойынша өзгертеді.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Қаңқаның дайындығы бетондау алдында жүргізілген бақылаумен расталады.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8B10-093C-4393-A51D-458EEF70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443C2-FA08-42A1-826B-93C3A8A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0FE69C3-9653-489C-821F-FF32CE85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Бетондаудан кейін жасырылған қате алдын ала анықталуы керек.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2390B-BBBC-4DBB-8130-1B8D9F6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737D1D8-9129-4E09-8A0D-C1A3E558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612DDD1-7D76-4DBD-8009-59E7E960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49a9b15524c3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99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E8DE-ED94-4E49-93D4-462D51E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8E9DF8-F75D-4668-BE33-08F1013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Жұмыстың күрделілігі дәрежеге қарай артады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9DFDD-EA2B-4D0B-9868-F3FEB344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2–3-разрядтар: қарапайым дайындау, түзету, кесу, арматураны байлау және құрастыруға көмектесу.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4–5-разрядтар: күрделі қаңқалар, орнату, қосылыстар және жұмыс сызбаларын оқу.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6–7-разрядтар: аса күрделі кеңістіктік қаңқалар мен жауапты конструкциялар.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Нақты тапсырма объектідегі біліктілікке, жұмысқа жіберілуге және технологияға байланысты.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77158-24A8-4BFB-9684-E09EF39A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55C95-D147-4F6B-880F-1970FC7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AAACD16-D615-42CF-8095-227713F5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Дәреже құзыреттілігін растайды, бірақ жобаны және нұсқама алмастырмайды.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CD6DC-4CEB-40FD-8281-2C3F1C3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F224BFF-2191-48BE-B6C9-9112551B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2E17123-8076-4190-97B6-0B0F239A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00ccace63498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18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E9B77-C9D4-44CB-A878-CA45F7E4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7408D4B-18AD-4F46-9F70-359EECEF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Материал өңдеу алдында анықталады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2B660-41F7-47A6-8A87-5F2C070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Партия таңбасын, диаметрді, профильді, бет күйін және жеткізу құжаттарын тексереді.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Арматура өзектерін, торларды, байлау сымын, бекіткіштер мен қосу элементтерін бөлек әрі орнықты сақтайды.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Күшті коррозияны, ластануды, деформацияны және жобаға сәйкессіздікті жұмыс басталғанға дейін тіркейді.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Расталмаған материал алмастыруын қолданбайды.</a:t>
            </a:r>
          </a:p>
        </p:txBody>
      </p:sp>
      <p:pic>
        <p:nvPicPr>
          <p:cNvPr id="17" name="VISUAL_02_s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f56d0965e41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FC6BD82-B586-480C-9701-1A2E9D4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Арматура маркасы мен диаметрін қоймадағы бар-жоғы емес, жоба белгілейді.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46AEB-A63B-411B-BDDC-0B21816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773D7E6-4C31-4542-8FA2-4007ED72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009BB77-432A-474C-B960-3A8D7E86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bef72f8bd4b9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28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2DB26-2B6E-4E15-AB7C-F9A0E8D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315423-A20D-46D2-90EF-610AE7D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Жоба жақтаудың пішіні мен орнын анықтайды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0811F-AAA0-49B1-B2AB-724ECE1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Жұмысты бастамас бұрын сызбаны, спецификацияны, монтаждау сұлбасын, реттілік пен бақылау нүктелерін нақтылайды.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Белгілеуді белгіленген базадан бастап, өлшем бірліктері мен байланыстырмаларды тексеріп орындайды.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Түсініксіз түйін, өлшемдердің сәйкессіздігі немесе жетіспейтін элемент туралы жетекшіге хабарлайды.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орнын нақты операцияларға және дайындамаларды қауіпсіз жылжытуға дайындайды.</a:t>
            </a:r>
          </a:p>
        </p:txBody>
      </p:sp>
      <p:pic>
        <p:nvPicPr>
          <p:cNvPr id="17" name="VISUAL_02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0ad798de640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EF09CC-AE07-44EB-8673-EC2C7E60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Сызбадағы күмәндар кесу және майыстыру алдында шешіледі.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492CB-8D81-4773-9D68-69CFD7B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A1E14F4-B4E9-462E-8CC3-B2C7C8A1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E9C9F1C-AFA3-4F0E-A0EB-84320F66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27c1779c74ca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1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1C14-D78B-4D61-AFA3-A146686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373760F-4517-4BAE-9AE7-6685F89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Сақтау айналдыруды болдырмайды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92B99-90A4-4D97-A05F-F9476088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Арматура бумаларын тіректері бар орнықты төсемдерге орналастырып, таңбалануын сақтайды.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Өту және көлік жолдарын, строптау орындарын және механизмдер жұмыс істейтін аймақтарды бос қалдырады.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Қолмен тасымалдауды массаға, ұзындыққа және жұмыскерлер санына қарай жоспарлайды; ұзын арматура өзегін келісіп тасымалдайды.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Көтерілген буманың астында және жүк пен қозғалмайтын заттың арасында тұрмайды.</a:t>
            </a:r>
          </a:p>
        </p:txBody>
      </p:sp>
      <p:pic>
        <p:nvPicPr>
          <p:cNvPr id="17" name="VISUAL_02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972c012194f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3422037-D652-4185-BB4D-1EC15C9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Көтеру алдында жолды, экипажды және қауіпсіз орналастыру аймағын анықтаңыз.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8A47A-FD18-4D5C-9D71-BFDA2A7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020CD3F-B8BA-46E7-ABD8-4F082C63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58455B3-0AB2-4E8E-9164-54EDD2C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58e807df3410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2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4C507-F587-44EB-92CF-9EBE70F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62a72a9af41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18BF4C8-F861-4168-8DC9-06F8A3AE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F8BAC-3E21-42E1-AA50-669702B4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8A358DB5-2DB2-4F30-96F6-2C4B3B8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Дайындау, құрау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23A0BBD-2B4C-4D17-B679-C7F8A126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Технологиялық реттілік өлшемдерді, сапаны және қауіпті энергияны бақылауды сақтайды.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D7A3F-F97A-42B5-A1B7-EA541E48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D02F3C9-08BA-4FB0-8E89-94A68A7A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F91C06-C208-40D7-A67A-1429FEC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609b0d5624a6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689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374C6-A205-479D-9442-9DA793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5D9ED9F-3DCD-4C9A-862B-2CBBAE7B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Түзету мен тазалау — белгілеуге дейін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16FFE-75DC-4F8C-9FC3-23FDADC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C584B-10B1-44E6-AEAA-8EB7283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996A1AA-1F57-41FE-A29E-FE358E8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DA30749F-EA5D-449D-8BB9-DE1A37F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Тексеру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3127E3D5-8A05-49B6-95E7-66A615A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Деформацияны, ластануды және беттің күйін анықтаңыз.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41591-233B-4261-B9DA-48DB9F1B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C7BC44B-F29E-404D-9BF1-5C201A9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351D723-FB0C-41AF-A1CB-9916BF0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Бекіту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BFD30566-31C2-40D2-8BDB-2ABB0B6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Материалды және жабдықты қорғау құрылғыларын орнатыңыз.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78C5B-1D98-45CC-AF50-37AFC6B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B4D70871-C35C-4DC9-BC64-E9051506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825411D0-F861-4E54-BDC7-4BC97C5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Түзетіңіз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5D54AD6-3014-4D47-8D64-9DE727B0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Жұлқымай, тартылу сызығында тұрмай, белгіленген тәсілмен жұмыс істеу.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79245-EF5F-444C-8435-FE6D047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4DD9609B-BC58-44DF-8D55-0C4533D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662DB4CC-CC90-46AE-9D24-AA36AE4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Тексеріңіз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BE8464B2-58C9-4651-90E4-3E5E05B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Түзулікті және әрі қарай жұмыс істеуге жарамдылығын тексеріңіз.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1C895-94FF-4E88-B6EE-94289CE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03FD9-3BA5-4830-9C55-92B0BE0D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8FBA63E-809C-426D-B22B-6E7F1BC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Тұрақты тіреусіз ұзын шыбықты қолмен түзету қауіпті.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0AFEC-5A77-458B-AD1E-F6A3132F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C9853DB-8450-4E42-AF80-62039C9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FD65C5C-87A3-4A03-88A9-1D1E38A1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d98d7c1294da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5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39CEC-091E-47C0-9283-70484183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254065D-1E64-4AD1-95E5-9D6BF970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Өлшеу мен кесу бір базадан жүргізіледі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61EE4-ADFA-46FA-95B8-38D0FAD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Белгілеуді спецификациямен салыстырып, иілгеннен кейінгі бөлшек пішінін ескереді.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Дайындаманы бекітеді; кесінді мен ұшқын ұшуы мүмкін аймақты адамдар мен жанғыш материалдардан босатады.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Жарақ арматура диаметріне, материалға және жабдықтың рұқсат етілген параметрлеріне сәйкес болуы тиіс.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Араласып кетпеуі үшін өлшенген элементті кескеннен кейін сәйкестендіреді.</a:t>
            </a:r>
          </a:p>
        </p:txBody>
      </p:sp>
      <p:pic>
        <p:nvPicPr>
          <p:cNvPr id="18" name="VISUAL_02_s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62540a5de47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117A2D91-D7DD-483E-AD43-9427570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Өлшемді қайта тексеру жақтауды қайта жасаудан гөрі арзанырақ және қауіпсіз.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13C0F-2D79-4928-B6F6-2D76C39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C0FA2BF-DCAA-4C37-B73D-185A8D3C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Құрал қауіпсіздігі — № 204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F62F0DA-91D7-4097-BC4F-CFAA3C0D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83DF452-3496-48F7-96EF-B3E0DFF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32ece95054b5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07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FCEC1-F522-471B-B932-F7B0A2C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7002A7-5FFE-4586-B894-8E2F012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Иілу штаттық жабдықпен орындалады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9187-B11D-42D1-86FD-60671EC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Ию жабдығының тіректерін, жетегін, қоршауларын және жұмыс аймағын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Арматура өзегін сұлба бойынша орналастырып, қозғалатын машина бөлігіне жақын жерден қолмен ұстамаңыз.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Ию радиусы, бұрышы мен бағыты жоба және технологиямен белгіленеді.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Дайын бөлшекті қайта ию арқылы түзетуге тек келісілген технология бойынша рұқсат етіледі.</a:t>
            </a:r>
          </a:p>
        </p:txBody>
      </p:sp>
      <p:pic>
        <p:nvPicPr>
          <p:cNvPr id="17" name="VISUAL_02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f79c37e0547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DBA7CDA1-6F2B-4E27-9B13-CE81DAC1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Сіз өзекшенің шығуы мүмкін жазықтықта бола алмайсыз.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2BC43-432D-4639-9E62-E8612E47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92CFAE6-0444-4C49-8E2A-D1865F6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E8E5397-D089-448F-8E4E-F0CD369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23f6356ab452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64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BBDEF-84AD-4939-A3C1-2AD9F0B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D48F52-AC10-4C73-AF1B-41FB9F5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Рамка тұрақты негізден жиналған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54B7F-D2AD-4B6C-B407-2B496CA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D4915-B833-4691-A744-191E06D6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0E5D3113-621A-4AF7-9B9F-839C7211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4FDE4905-3B1A-498B-B278-1F1007E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Жайып қою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A6782F48-1F3D-421B-883C-7673792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Элементтерді белгілерге және құрастыру тәртібіне сәйкес дайындаңыз.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A1F55-FE35-4533-A86F-D9A0BD1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87CD979-1F5C-4477-99D0-522C225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CA75E891-ADAE-48AE-A5DB-F822A843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Бекіту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8FEEFDD-B8C6-4455-A9D7-B9F2AA29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Үлгілерді, аялдамалар мен уақытша қосылымдарды орнатыңыз.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FD667-0058-4D93-A47F-3871475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1D09467-008F-4C97-B5F6-CE450877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F89E244-8320-474B-8A3D-A54DFFF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Қосылу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710627B1-384A-4D70-A827-F4FF326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Көзделген арматура байлауын немесе жобадағы басқа қосылысты орындау.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A1F37-8B37-43F5-A24A-A4F667C5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E56EA96B-5930-4BC9-B348-27DEEA2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8758B7A2-D403-4E5D-AFEA-D173F3F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Тексеріңіз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2BAF8C56-0828-4E70-AA5F-C579122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Геометрияны, тұрақтылықты және қозғалуға дайындығын тексеріңіз.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94A72-C9D6-4391-BEC0-6D84658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267F7-CA7C-4C2C-ABF5-6DA2A606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13DF32-28FF-4452-BED5-B42AA7E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Кеңістіктік кадр уақытша бекітілгенше босатылмайды.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ADA4A-932F-4DDC-9722-642A7CC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4C154AD-8CF6-499D-8F2B-7807D51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1006F21-0F2E-4CF3-AECF-DD087293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c99492bff43c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472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761B5-3BE8-4818-844A-D4E42E5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2620F6E-C738-4E4D-8838-FE53DA5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57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Арматураны байлау жобалық қалпын сақтайды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D9915-4BB2-4617-B7D9-5D07F708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Байлау сымы мен түйін тәсілін технологиялық картаға және қосылыстың мақсатына сәйкес таңдайды.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Саусақтардың қысылуы мен арматура өзектерінің ығысуын болдырмау үшін өзектерді тартуға дейін бекітеді.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Сым ұштарын ішке қарай иіп, өту немесе жанасу аймағында қалдырмайды.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Сапаны түйіннің орнықтылығы және жобалық геометрияның сақталуы бойынша бағалайды.</a:t>
            </a:r>
          </a:p>
        </p:txBody>
      </p:sp>
      <p:pic>
        <p:nvPicPr>
          <p:cNvPr id="17" name="VISUAL_02_s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96727cb4244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0A8D0C1-8B11-4142-A921-812B8782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Шамадан тыс қатайту штанганың дұрыс емес орналасуының орнын толтырмайды.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B335B-63C1-4DD5-92CA-057492A8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4DD9A06-694C-4035-98D5-A8EA62B1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DBAB170-7BC7-42FC-9111-5542769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54be278c74e4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78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9ACE2-C8BD-436B-A71D-2297424B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025D404-35DC-448C-865F-57C06FA7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Байлау сымы мен құрал: кесу, шаншу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F76D1-B605-4EB4-B219-1F7038FC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Кесілген сым ұштарын дереу ыдысқа жинап, төсемде немесе қаңқада қалдырмайды.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Ілмек, тістеуік немесе механикаландырылған құрал жұмыс басталғанға дейін тексеріледі.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 білезігін сымның ықтимал серпілу сызығынан тыс ұстайды; сымды өзіне қарай жұлқып тартпайды.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Қолды қорғау құралдары қозғалатын бөліктерге ілініп қалу қаупін тудырмайтын жағдайда қолданылады.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C099D-F94A-428B-A84D-21CD89E1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DF2D-963B-44A4-A9B0-8010582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68B63F2-8CC7-4971-83B1-1E6480C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Сымның үшкір ұшын кесуден қоқысқа тастауға дейін бақылау керек.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4AE9E-CA66-4C88-A54B-81B5C157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2CD7742-8D3E-4950-B5A1-93D9CC7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0CE43DE-E0BE-48DD-9597-3A78715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1d6215e074db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237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D51B7-462B-47B9-8D91-2AD5941E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FEEBF7-D464-4DC4-8EED-DBD77ED3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Дәнекерлеуге жоба талабы, тиісті рұқсат қажет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21044-3AA4-4AAF-A6DE-77F882E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Материалдың дәнекерлеу қабілеті, тігіс түрі және дайындық конструкциясы мен технологиясымен анықталады.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Жұмысты тиісті жабдықпен және аумақты қорғаумен бекітілген дәнекерлеуші орындайды.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Өрт қаупі қажет болған жағдайда рұқсатпен бақыланады.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Қосылу сапасы белгіленген әдіспен тексеріледі, ақау қосымша металмен бүркеленбейді.</a:t>
            </a:r>
          </a:p>
        </p:txBody>
      </p:sp>
      <p:pic>
        <p:nvPicPr>
          <p:cNvPr id="18" name="VISUAL_02_s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f0c7421b246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F947818-0867-434B-BF08-D40D0B5F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Арматураны байлау мен дәнекерлеу өзара еркін алмастырылмайды.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2DBB9-D75A-44FD-8027-957036DE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42D40B4-6626-4939-A9F5-148CC33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6A40EE0-A771-4697-A681-857EE4C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292891A-83C1-4BA2-8A5D-BECA76F0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a4aa06d3042b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78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C4214-6845-4968-9745-B424134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0BF3A72-52F8-4171-AC78-37CDCA1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57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Жобалық арматура муфта жүйесі қолданылады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283E-2D65-4071-BA3D-C4C1BD7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Арматура муфтасының түрі, өзек ұштарын дайындау және рұқсат етілетін ауытқулар жоба мен дайындаушы нұсқаулығымен белгіленеді.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Бұрандалы, сығымдалатын және басқа механикалық шешімдер бірін-бірі алмастырмайды.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Қосудың алдында компоненттердің тазалығын, геометриясын және таңбалануын тексереді.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Тарту, сығымдау және бақылауды көзделген құралмен және тәсілмен орындайды.</a:t>
            </a:r>
          </a:p>
        </p:txBody>
      </p:sp>
      <p:pic>
        <p:nvPicPr>
          <p:cNvPr id="17" name="VISUAL_02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87eb41c0744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12FAA360-C403-4146-BDC2-D2390F0A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Қосылым бөлшектерді көзбен салыстырудан емес, бақылаудан соң дайын саналады.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5749-B037-4C32-808C-E0EFE74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1E03545-E28E-4649-ABBE-595BF6C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B110ABD-D66A-41A9-AECF-BFB5ED3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e2a8125ac464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273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4730A-1F96-4094-81A8-AC13F489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144E3D3-870B-471D-A00F-0B63317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Рама бетондау алдында бекітіледі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B0ABE-25DA-4E74-AFCB-C3A8BD52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Строптауды, көтеру нүктелерін, командаларды және жұмыскерлердің қауіпсіз орналасуын келісіңіз.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Орнатқаннан кейін қаңқаны, бекіткіштерді және уақытша байланыстарды ығысудан және аударылудан бекітіңіз.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Жүктің астында және қысылу аймағында адамдардың болуына жол бермеңіз.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Бетондау алдында геометрияны, орнықтылықты және жобалық элементтердің қолжетімділігін растаңыз.</a:t>
            </a:r>
          </a:p>
        </p:txBody>
      </p:sp>
      <p:pic>
        <p:nvPicPr>
          <p:cNvPr id="17" name="VISUAL_02_s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7ad5649bd47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46458C7-E610-4F4E-BB93-1D4966D7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Жүк қармайтын құрылғыларды қаңқа орнықты бекітілгеннен кейін ғана босатуға болады.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A400-5A6B-4EA0-B6C7-9F79EB3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2D24497-7271-4167-9394-47EC145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F8CE8FB-9CC7-4FB4-8BD4-5A9E336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adebf8a924f0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43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99DF5-E917-4221-99B7-E153165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84BEED5-ACD4-4F57-8131-A12452A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Қорғаныс қабаты жобамен көрсетілген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5FC22-8022-4367-9580-EC197FB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Арматураның орнын көзделген дистанциялық бекіткіштер мен тіректер қамтамасыз етеді.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Қорғаныш қабатының бір әмбебап мәнін барлық конструкцияға қолдануға болмайды.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Бетондау алдында арақашықтықтарды, орнықтылықты және бекіткіштердің ығыспағанын тексереді.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Қолдан жасалған кездейсоқ төсемдерді технологияда көзделген жағдайда ғана қолданады.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1D355-BDD8-492E-918B-0CC4C1D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EC66-E01C-4FAF-8D58-0EFB5E9E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2AE3190-6DA7-4AA7-BDCE-A6A99BD7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Қорғаныс қабаты мен қадамның өлшемдері нақты жобадан алынған.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9A2F3-C0AD-48A5-9E5E-21CCAC41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9982510-14B3-479B-A47B-7731AE9D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F09121-5ED7-40EA-B110-1A5C359C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c0841b378466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82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830A6-0FB4-4879-A230-59B4B1D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0f97ac88440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387BFEC-BF7D-4932-9212-30345C4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8976C-BCE9-4E72-909F-D69174E8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27C29E62-7952-404F-A9C1-AFD13DEF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Сапа және қауіпсіздік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E2C07F48-149C-4E7A-AC83-37C001D7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Сапаны бақылау бір уақытта дизайн ақаулары мен қауіпті өзгерістердің алдын алады.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DFE18-97B3-4636-BE2B-2A4EF24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D11F84C-37B0-42C0-A386-E78F4490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F6750A5-2365-4FE6-9F55-20E86E79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b73b9089447e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63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D3034-E111-4C5B-AF61-A4A35EF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AAFFA75-58D0-4722-8CF0-E81DA35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Жұмысты жаппас бұрын тексереді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67676-E32E-46A0-8AFE-6C1ACA7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Жобамен элементтердің түрін, санын, орнын және таңбалауын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Өлшемдерді, геометрияны, қосылымдарды, бекіткіштерді және уақытша қосылымдарды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Арматураның тазалығын және бетондауға дайындығын қадағалау.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Келісілген шешімге сәйкес сәйкессіздіктер тіркеледі және жойылады.</a:t>
            </a:r>
          </a:p>
        </p:txBody>
      </p:sp>
      <p:pic>
        <p:nvPicPr>
          <p:cNvPr id="17" name="VISUAL_02_s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16cb6f9a64e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021285A0-C28C-40E2-8BCC-4C3D6F9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Фотосурет немесе тексеру жазбасы нақты кадрды тексеруді алмастырмайды.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29CA8-1A2D-427B-98B7-1CC2177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0EB43CB-BCC0-43F6-92CE-6BAEC067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340CA84-A80C-4598-BC2F-F84F257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1a1a04757485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1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9F34E-06BF-4867-9DBD-EB87BB41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036E737-C418-4419-A9E0-E967998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Типтік ақаулардың нақты себептері болады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1F89A-201E-4081-89EE-A18C279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тәуекел / КӨЗ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ACFB3-D812-4B2F-9DEA-2966B99D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НӘТИЖЕЛЕР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56565-914E-4526-A6CC-DA87776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БАҚЫЛАУ ШАРАСЫ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0F1C9-C483-4C66-B26B-52F78D0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BBC0D-6021-4AD9-A905-DEF7F17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Арматура өзектерінің ығысуы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11B52-E3F2-4C8E-A948-E5361CFC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Орнату кезінде нашар бекіту немесе соққы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985C2-E6DE-48B4-B2C5-E65CD5F6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Дизайнға сәйкес позицияны қалпына келтіріңіз және бекітуді күшейтіңіз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5A00C-4AAB-4838-AFD5-CCDAA0FF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F0821-DBBB-4295-ADC2-85F06CC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Қосылым аяқталмады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19AD0-9354-4E74-8825-00E87DE8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Арматураны байлау, дәнекерлеу немесе муфталы қосылыс технологиясы бұзылған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B9E77-9BE5-47FA-B755-479BD59B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Қабылдауды тоқтатыңыз және бекітілген түзетуді орындаңыз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00134-3432-47B2-8674-5AC2E1BF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80EA4-7BBE-43C5-A01F-7A4F8BF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Тұрақтылық жеткіліксіз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ED911-6206-406C-BF31-2EEC50BD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Байланыстырғыштар немесе тіректер жоқ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7C3E-3E1C-4086-B874-1DAF150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Қаңқа бекітілгенге дейін оны көтермеңіз және бетондау жұмысын бастамаңыз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A0CF3-E195-4354-9C9C-AED645D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DB88A-E114-4EA2-B566-8DBADB2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Өткір шығыңқы жерлер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AA9D6-0AF2-4858-BFC9-F08FB350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Арматура ұштары мен байлау сымы қорғалмаған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212E3-7B6F-4F9D-9999-66E5C8D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Қоршау, белгілеу және қорғау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64FE3-FBE1-4FA3-BAB2-645E6D3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Ақауды жобада көзделмеген тәсілмен түзетуге болмайды.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6A256-D4C1-4DAB-89AE-F0A623B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CC06F06-67C3-44ED-9F58-DCE65BD6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853F0C2-F45E-4553-8C24-A4E7EBF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c5d6701414c4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57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6A61C-1984-4229-B8E5-EDFB346C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69D75D-65A6-496C-8F54-524027F9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Күрделі жұмыстар бөлек жоспарланған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8B41F-2E36-43E5-99C3-A3A20F20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Ірі кеңістіктік қаңқаларды, тар аймақтарды және стандартты емес түйіндерді алдын ала бағалайды.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Құрастыру ретін, уақытша орнықтылықты және қауіпсіз қолжетімділікті белгілейді.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Көтеру, дәнекерлеу, биіктіктегі жұмыс және бригадалардың өзара іс-қимылын ортақ жоспарда үйлестіреді.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Жағдай өзгерсе, тәуекелді қайта бағалайды.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B26E3-82C6-41F1-A3C8-70E20BF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AAFDC-7B4D-4818-B4D4-7D7508E5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CE0E9A3-EC51-4F1D-8BA3-EE819B10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32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Жақтау неғұрлым күрделі болса, соғұрлым әр кезеңдегі уақытша тұрақтылық маңыздырақ.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8E54F-13BC-4448-9ADE-2DA2D828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589FC11-C02A-4916-AAB4-A1C622CD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70B690F-2BB7-492F-8AE1-2214F6E9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96dadde1544e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31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813C0-6FE9-4C6C-A6A8-F813FB5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761042B-A113-42D4-8EAB-0BA2F2E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Негізгі тәуекелдер операцияға қарай өзгереді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EF994-A12E-4D25-8276-3EB2A623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тәуекел / КӨЗ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28FC-27C2-4C60-9670-0CCAEDA6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НӘТИЖЕЛЕР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E20C3-1036-4F39-B6D3-1DB0F6D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БАҚЫЛАУ ШАРАСЫ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3BC3-5344-4D9D-AA0B-F79CCCA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DAC0A-0CB2-47D4-87AF-2EFCFA1F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Кесу және майыстыру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DE4DC-B75B-43A7-B72D-E42FD37C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Арматура өзегінің ұшып кетуі, ілініп қалуы немесе лақтырылуы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A38E4-EA45-42DA-8068-29527552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Қоршау, бекіту, қауіпсіз аймақ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B833F-EDCE-4690-A3C1-C5C14F6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57A82-2B44-47CD-A985-620D304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Дәнекерлеу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88A22-DEB0-4F3D-BB71-716ACAA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Күйік, түтін, өрт, электр тогының соғуы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7DF3E-43CD-4838-A600-29132FF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Мақұлдау, желдету, қорғау, ыстық жұмысты бақылау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D08CF-85C1-47B3-B1F3-A2E5F82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17015-EDE8-468F-A902-5C4C311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Көтеру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48FAD-71E5-4BE2-B715-4F82C91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Жүктің түсуі және шымшу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1A82D-052F-43EF-85B1-9C8185DD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Көтеру жоспары, белгі беруші, аймаққа тыйым салу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BC33-8697-4B22-B60F-FBDB90C8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CB216-28E4-4354-AACA-0C18BEEE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Орнату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EB60E-7235-4ADA-9471-0826E7E5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Биіктіктен құлау, тұрақтылықты жоғалту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0B195-0308-4908-A89B-CD11B24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Ұжымдық қорғаныс, байланыстырғыштар, қауіпсіз қолжетімділік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5CE68-78F8-4ABA-9B37-1E5C8631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Бір ғана шаралар жиынтығы арматура жұмыстарының барлық кезеңін қамтымайды.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C1131-BE8C-4168-A5C8-8A7AC8B6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1C0F636-C0A2-4FD2-B9D9-9731A31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4F8A035-8756-4D11-AFD0-4739077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d1ec31e04407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396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A558D-424B-465B-924B-DEC38978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0E4DAA7-258E-45A0-BA65-19E203F2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Құралдар әр ауысым алдында тексеріледі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A8F3-1ABE-4DF5-8F36-C099E4B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 құралдарының тұтқалары, кескіш жиектері және жұмысқа жарамдылығы тексеріледі.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Электр құралының корпусы, кабелі, ажыратқышы, қорғанысы және керек-жарақтары бар.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Жабдықтарды реттеу, тазалау және ауыстыру электр қуаты үзілгеннен кейін жүзеге асырылады.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Ақаулы құрал қолданыстан шығарылып, жауапты тұлғаға хабарланады.</a:t>
            </a:r>
          </a:p>
        </p:txBody>
      </p:sp>
      <p:pic>
        <p:nvPicPr>
          <p:cNvPr id="18" name="VISUAL_02_s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ba932e06b4e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BDB8BED-EA69-48B2-BBE4-A29369E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Пайдалануға жарамдылық сынақ тәуекелімен емес, тексеру және белгіленген тексеру арқылы расталады.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C54F8-78CF-4327-A893-E14FE37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0051030-D529-4CAE-BF15-5BCD62A6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Құрал қауіпсіздігі — № 204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9F66DC-9145-4807-A0F8-EF2B2D98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2F6FA5B-9200-4C8C-827B-A4345EC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835b633c0407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037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0936A-30B6-4444-A375-52A7FDF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FF0ABD-800F-452D-9D09-6EE607B6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Биіктік пен көтеруді үйлестіру қажет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9975F-8EFF-4AE9-8FA7-BE138AF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биіктікке көтерілмей тұрып қауіпсіз кіру жолы мен ұжымдық қорғаныс ұйымдастырылады.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Жұмыскер жүктің астында тұрмайды және қауіпті аймақта тұрып ілулі қаңқаны қолымен бағыттамайды.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Командаларды тағайындалған тұлға береді; байланыс пен сигналдар операция басталғанға дейін келісіледі.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Құралдар мен ұсақ бөлшектер құлап кетуден бекітіледі.</a:t>
            </a:r>
          </a:p>
        </p:txBody>
      </p:sp>
      <p:pic>
        <p:nvPicPr>
          <p:cNvPr id="18" name="VISUAL_02_s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59fa943a542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75D54858-6DB0-4053-AC67-FB31A95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Орнатушы мен оператор бірдей реттілік пен бірдей сигналдарды түсінуі керек.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51BB4-AD97-4405-8D0A-090B0AF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1BA4A7B-CE34-4AA9-A4DF-2760FCA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FDCAAF3-F789-4C9A-94DF-10FA1DFE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7473C43-9030-4ED4-93A7-C3F52CF0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2c6a1382c408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717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12A4F-C847-4673-B59B-9516B19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A74CD28-85DE-4FBC-A9BF-9EC0F322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Шығыңқы ұштары дереу қорғалған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457C2-BCF2-4176-B557-8FB39A9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Қауіпті ұштарды қоршайды, белгілейді немесе көзделген қорғанышпен жабады.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Өту жолдарын шығып тұрған арматура мен сым қалдықтары бар аймақ арқылы жүргізбейді.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Қолды кесілуден, ал дене қалпын элементтер арасындағы қысылудан қорғайды.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Ұзын арматура өзектерін жылжытқанда арақашықтықты сақтап, келісілген командаларды қолданады.</a:t>
            </a:r>
          </a:p>
        </p:txBody>
      </p:sp>
      <p:pic>
        <p:nvPicPr>
          <p:cNvPr id="17" name="VISUAL_02_s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e5eaea79447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64828A4-B00D-4703-95C3-2244A29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Қорғаныс қалпақ арматураға құлап қалуы мүмкін қорғанысты ауыстырмайды.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EBB38-EEE1-48BF-BC21-8F019C0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29E5C13-B6BB-48EB-A6F2-D137CFF6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BCC59C7-ECDE-40A8-A4B1-930A37A4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0951643b2438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97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4E6EF-68CF-4D22-AB6A-F092734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145F99C-D59D-478A-9286-D2E9AB0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ЖҚҚ техникалық шараларды толықтырады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C1FD6-FA0D-4261-80EF-339134D5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Каска, қорғаныш аяқ киім мен киім алаң жағдайына сәйкес болуы тиіс.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Кесу, тегістеу, керу және дәнекерлеу кезінде көз бен бетті қорғау қажет.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Қолғапты байлау сымына, өткір жиектерге және қолданылатын құралға сәйкес таңдайды.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Биіктіктегі және дәнекерлеу жұмыстарына тәуекелді бағалау негізінде мамандандырылған жүйелер мен ЖҚҚ қолданады.</a:t>
            </a:r>
          </a:p>
        </p:txBody>
      </p:sp>
      <p:pic>
        <p:nvPicPr>
          <p:cNvPr id="18" name="VISUAL_02_s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6ecc446474b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98D9CEE-FB07-47CC-810C-187D62A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Қоршау, бекіту және тиісті рұқсат болмаған жұмысты ЖҚҚ қауіпсіз етпейді.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CA27-4295-4174-A82A-8D2D8A00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6B9B23C-12B1-4C1D-8A2E-504AB3AF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E6904A-6BFB-4AF6-8452-3ED9E4D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010A08-4EFD-4972-BFA4-D743724D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279e1e1d8481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019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3308C-A35E-4CDB-A271-D6F6FA59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D0486D0-2B34-4B90-B92B-FFE6FFE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Шарттар өзгерген кезде жұмыс тоқтатылады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0061-64AE-4D18-9639-FADAAFF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DFF8-69AE-4F1C-A9D9-E76EB55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91C96-487D-440E-B1CE-5F98C5D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972B7-D187-4F06-854E-9DA29C0A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Дизайн немесе құрастыру түсініксіз, материал анықталмаған немесе сәйкессіздік табылған.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Ешқандай қоршау, тұрақты тірек, уақытша қосылымдар немесе қауіпсіз қол жеткізу.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Құралдар, арматуралар, дәнекерлеу немесе көтеру жабдықтары ақаулы.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Адамдар қауіпті аймақта, байланыс үзілген немесе ауа-райы қауіпсіз жұмыс істеуге кедергі келтіреді.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55FFB-63BA-44E7-AFBD-EAA6BEF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Тоқтау - қоршау - есеп - рұқсаттан кейін жалғастыру.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8FB1C-2ABC-4DB0-B81A-77EB0BF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142AEB3C-61C5-4C0D-B189-976B0E70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Қазақстан Республикасының Еңбек кодексі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A541257-D99B-4331-9C10-1020C8A1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Арматуршы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60B8A02-363F-4131-A458-4345D03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91571e9644b0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70E4E708-0417-457E-AD91-1552BD7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15949927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8D06159C-C997-48CC-998C-22001C11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Арматуршының соңғы чек-парағы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C83AD-4306-4D30-81F4-F39982C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D9AAD-2045-4DB6-9DDB-1996195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68A6C-DCA5-4B70-BA37-5463A2A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Дизайн, материал және реттілік анық.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D6A67-CCB7-439A-9057-9F4D251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5FAA1-EB6E-4565-9F4D-4FEE3FAE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22C11-1580-4E77-81DF-790E4FBD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Жұмыс аймағы, сақтау және қозғалыс жолы қауіпсіз.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4A92-6FB1-440E-8CE1-C4511C0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28C2B-3E42-4A9D-8544-7922E5B1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43AEA-8BCD-423D-8E18-2B0E930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Құрал-саймандар, құрал-жабдықтар және арматура жақсы жұмыс жағдайында.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23EF1-7C5D-4C1C-ABB9-1E3A468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A7398-FAFE-4CFB-AB35-80C5F2D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386EC-D69B-4E98-BA48-0BE37D88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Рама тұрақты, бетондау алдында қосылымдар мен позиция тексеріледі.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F6A9-6E44-4B15-997D-C3918C76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AD3E9-E7D7-4FD9-B831-0BA4E9AF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B70E6-9819-4744-94E5-3F4C25D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Қауіп, ақаулық немесе сәйкессіздік туындаған жағдайда жұмыс тоқтатылады.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870D4-C607-4A85-B9E6-0250A5E1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«Сынақты бастау» түймесін басыңыз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93A6E-ED8F-411D-810F-9E0A574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Жаңартылған: 21/08/2026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3f101a6c04bc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97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2026-09-01T18:22:14.2410000Z</dcterms:created>
  <dcterms:modified xsi:type="dcterms:W3CDTF">2026-09-01T18:22:14.2410000Z</dcterms:modified>
</coreProperties>
</file>
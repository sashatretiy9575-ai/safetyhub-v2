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c4b64a0f104829" /><Relationship Type="http://schemas.openxmlformats.org/officeDocument/2006/relationships/extended-properties" Target="/docProps/app.xml" Id="Rcf12e8ae8d05489c" /><Relationship Type="http://schemas.openxmlformats.org/officeDocument/2006/relationships/officeDocument" Target="/ppt/presentation.xml" Id="R6b11464c0d014b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897bf9dec6464f"/>
    <p:sldMasterId xmlns:r="http://schemas.openxmlformats.org/officeDocument/2006/relationships" id="2147483650" r:id="R891db127b8fe4ebc"/>
  </p:sldMasterIdLst>
  <p:notesMasterIdLst>
    <p:notesMasterId xmlns:r="http://schemas.openxmlformats.org/officeDocument/2006/relationships" r:id="R7917872c9dfb4729"/>
  </p:notesMasterIdLst>
  <p:sldIdLst>
    <p:sldId xmlns:r="http://schemas.openxmlformats.org/officeDocument/2006/relationships" id="256" r:id="R22175cf705a345a9"/>
    <p:sldId xmlns:r="http://schemas.openxmlformats.org/officeDocument/2006/relationships" id="257" r:id="R05680efa4d8d43e0"/>
    <p:sldId xmlns:r="http://schemas.openxmlformats.org/officeDocument/2006/relationships" id="258" r:id="R6c4dd5bcf6af4e1a"/>
    <p:sldId xmlns:r="http://schemas.openxmlformats.org/officeDocument/2006/relationships" id="259" r:id="Rbc30733e3d2f4bd7"/>
    <p:sldId xmlns:r="http://schemas.openxmlformats.org/officeDocument/2006/relationships" id="260" r:id="Ra695a691e77f409d"/>
    <p:sldId xmlns:r="http://schemas.openxmlformats.org/officeDocument/2006/relationships" id="261" r:id="R9eda9a98fd1c439a"/>
    <p:sldId xmlns:r="http://schemas.openxmlformats.org/officeDocument/2006/relationships" id="262" r:id="R228b1af829d449d3"/>
    <p:sldId xmlns:r="http://schemas.openxmlformats.org/officeDocument/2006/relationships" id="263" r:id="R6748a9aa481149fa"/>
    <p:sldId xmlns:r="http://schemas.openxmlformats.org/officeDocument/2006/relationships" id="264" r:id="R1e8067dc2cb24bde"/>
    <p:sldId xmlns:r="http://schemas.openxmlformats.org/officeDocument/2006/relationships" id="265" r:id="R7bc4ea4966d246a9"/>
    <p:sldId xmlns:r="http://schemas.openxmlformats.org/officeDocument/2006/relationships" id="266" r:id="R72d550dab9c449ec"/>
    <p:sldId xmlns:r="http://schemas.openxmlformats.org/officeDocument/2006/relationships" id="267" r:id="Rba818672551244a8"/>
    <p:sldId xmlns:r="http://schemas.openxmlformats.org/officeDocument/2006/relationships" id="268" r:id="R21bac912f19e432c"/>
    <p:sldId xmlns:r="http://schemas.openxmlformats.org/officeDocument/2006/relationships" id="269" r:id="R3811aaba56f74fe7"/>
    <p:sldId xmlns:r="http://schemas.openxmlformats.org/officeDocument/2006/relationships" id="270" r:id="R589f9a00345b4505"/>
    <p:sldId xmlns:r="http://schemas.openxmlformats.org/officeDocument/2006/relationships" id="271" r:id="Rc0126ec665fb4163"/>
    <p:sldId xmlns:r="http://schemas.openxmlformats.org/officeDocument/2006/relationships" id="272" r:id="R88c23bc375e74eaa"/>
    <p:sldId xmlns:r="http://schemas.openxmlformats.org/officeDocument/2006/relationships" id="273" r:id="R5a8a18d7571e454f"/>
    <p:sldId xmlns:r="http://schemas.openxmlformats.org/officeDocument/2006/relationships" id="274" r:id="R6b1481148c214dd4"/>
    <p:sldId xmlns:r="http://schemas.openxmlformats.org/officeDocument/2006/relationships" id="275" r:id="R6525600701b148e9"/>
    <p:sldId xmlns:r="http://schemas.openxmlformats.org/officeDocument/2006/relationships" id="276" r:id="Rf34ac9cd19ce46c1"/>
    <p:sldId xmlns:r="http://schemas.openxmlformats.org/officeDocument/2006/relationships" id="277" r:id="R49764addb8414e1b"/>
    <p:sldId xmlns:r="http://schemas.openxmlformats.org/officeDocument/2006/relationships" id="278" r:id="Rb6698e2fadf94791"/>
    <p:sldId xmlns:r="http://schemas.openxmlformats.org/officeDocument/2006/relationships" id="279" r:id="R05ed8d3009204a7d"/>
    <p:sldId xmlns:r="http://schemas.openxmlformats.org/officeDocument/2006/relationships" id="280" r:id="Rb641f2ab27784054"/>
    <p:sldId xmlns:r="http://schemas.openxmlformats.org/officeDocument/2006/relationships" id="281" r:id="R4b3870af16a9407a"/>
    <p:sldId xmlns:r="http://schemas.openxmlformats.org/officeDocument/2006/relationships" id="282" r:id="Ra040cbe13c784bfc"/>
    <p:sldId xmlns:r="http://schemas.openxmlformats.org/officeDocument/2006/relationships" id="283" r:id="Rabe590d0547848e5"/>
    <p:sldId xmlns:r="http://schemas.openxmlformats.org/officeDocument/2006/relationships" id="284" r:id="R0afc5016da654e8c"/>
    <p:sldId xmlns:r="http://schemas.openxmlformats.org/officeDocument/2006/relationships" id="285" r:id="Rdbebcd8d5f724772"/>
    <p:sldId xmlns:r="http://schemas.openxmlformats.org/officeDocument/2006/relationships" id="286" r:id="R36529017a62647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1cdb12a01a49b3" /><Relationship Type="http://schemas.openxmlformats.org/officeDocument/2006/relationships/slideMaster" Target="/ppt/slideMasters/slideMaster1.xml" Id="R1b897bf9dec6464f" /><Relationship Type="http://schemas.openxmlformats.org/officeDocument/2006/relationships/slideMaster" Target="/ppt/slideMasters/slideMaster2.xml" Id="R891db127b8fe4ebc" /><Relationship Type="http://schemas.openxmlformats.org/officeDocument/2006/relationships/notesMaster" Target="/ppt/notesMasters/notesMaster1.xml" Id="R7917872c9dfb4729" /><Relationship Type="http://schemas.openxmlformats.org/officeDocument/2006/relationships/presProps" Target="/ppt/presProps.xml" Id="Rd291826780804389" /><Relationship Type="http://schemas.openxmlformats.org/officeDocument/2006/relationships/tableStyles" Target="/ppt/tableStyles.xml" Id="Rdaeca650e019433c" /><Relationship Type="http://schemas.openxmlformats.org/officeDocument/2006/relationships/slide" Target="/ppt/slides/slide1.xml" Id="R22175cf705a345a9" /><Relationship Type="http://schemas.openxmlformats.org/officeDocument/2006/relationships/slide" Target="/ppt/slides/slide2.xml" Id="R05680efa4d8d43e0" /><Relationship Type="http://schemas.openxmlformats.org/officeDocument/2006/relationships/slide" Target="/ppt/slides/slide3.xml" Id="R6c4dd5bcf6af4e1a" /><Relationship Type="http://schemas.openxmlformats.org/officeDocument/2006/relationships/slide" Target="/ppt/slides/slide4.xml" Id="Rbc30733e3d2f4bd7" /><Relationship Type="http://schemas.openxmlformats.org/officeDocument/2006/relationships/slide" Target="/ppt/slides/slide5.xml" Id="Ra695a691e77f409d" /><Relationship Type="http://schemas.openxmlformats.org/officeDocument/2006/relationships/slide" Target="/ppt/slides/slide6.xml" Id="R9eda9a98fd1c439a" /><Relationship Type="http://schemas.openxmlformats.org/officeDocument/2006/relationships/slide" Target="/ppt/slides/slide7.xml" Id="R228b1af829d449d3" /><Relationship Type="http://schemas.openxmlformats.org/officeDocument/2006/relationships/slide" Target="/ppt/slides/slide8.xml" Id="R6748a9aa481149fa" /><Relationship Type="http://schemas.openxmlformats.org/officeDocument/2006/relationships/slide" Target="/ppt/slides/slide9.xml" Id="R1e8067dc2cb24bde" /><Relationship Type="http://schemas.openxmlformats.org/officeDocument/2006/relationships/slide" Target="/ppt/slides/slide10.xml" Id="R7bc4ea4966d246a9" /><Relationship Type="http://schemas.openxmlformats.org/officeDocument/2006/relationships/slide" Target="/ppt/slides/slide11.xml" Id="R72d550dab9c449ec" /><Relationship Type="http://schemas.openxmlformats.org/officeDocument/2006/relationships/slide" Target="/ppt/slides/slide12.xml" Id="Rba818672551244a8" /><Relationship Type="http://schemas.openxmlformats.org/officeDocument/2006/relationships/slide" Target="/ppt/slides/slide13.xml" Id="R21bac912f19e432c" /><Relationship Type="http://schemas.openxmlformats.org/officeDocument/2006/relationships/slide" Target="/ppt/slides/slide14.xml" Id="R3811aaba56f74fe7" /><Relationship Type="http://schemas.openxmlformats.org/officeDocument/2006/relationships/slide" Target="/ppt/slides/slide15.xml" Id="R589f9a00345b4505" /><Relationship Type="http://schemas.openxmlformats.org/officeDocument/2006/relationships/slide" Target="/ppt/slides/slide16.xml" Id="Rc0126ec665fb4163" /><Relationship Type="http://schemas.openxmlformats.org/officeDocument/2006/relationships/slide" Target="/ppt/slides/slide17.xml" Id="R88c23bc375e74eaa" /><Relationship Type="http://schemas.openxmlformats.org/officeDocument/2006/relationships/slide" Target="/ppt/slides/slide18.xml" Id="R5a8a18d7571e454f" /><Relationship Type="http://schemas.openxmlformats.org/officeDocument/2006/relationships/slide" Target="/ppt/slides/slide19.xml" Id="R6b1481148c214dd4" /><Relationship Type="http://schemas.openxmlformats.org/officeDocument/2006/relationships/slide" Target="/ppt/slides/slide20.xml" Id="R6525600701b148e9" /><Relationship Type="http://schemas.openxmlformats.org/officeDocument/2006/relationships/slide" Target="/ppt/slides/slide21.xml" Id="Rf34ac9cd19ce46c1" /><Relationship Type="http://schemas.openxmlformats.org/officeDocument/2006/relationships/slide" Target="/ppt/slides/slide22.xml" Id="R49764addb8414e1b" /><Relationship Type="http://schemas.openxmlformats.org/officeDocument/2006/relationships/slide" Target="/ppt/slides/slide23.xml" Id="Rb6698e2fadf94791" /><Relationship Type="http://schemas.openxmlformats.org/officeDocument/2006/relationships/slide" Target="/ppt/slides/slide24.xml" Id="R05ed8d3009204a7d" /><Relationship Type="http://schemas.openxmlformats.org/officeDocument/2006/relationships/slide" Target="/ppt/slides/slide25.xml" Id="Rb641f2ab27784054" /><Relationship Type="http://schemas.openxmlformats.org/officeDocument/2006/relationships/slide" Target="/ppt/slides/slide26.xml" Id="R4b3870af16a9407a" /><Relationship Type="http://schemas.openxmlformats.org/officeDocument/2006/relationships/slide" Target="/ppt/slides/slide27.xml" Id="Ra040cbe13c784bfc" /><Relationship Type="http://schemas.openxmlformats.org/officeDocument/2006/relationships/slide" Target="/ppt/slides/slide28.xml" Id="Rabe590d0547848e5" /><Relationship Type="http://schemas.openxmlformats.org/officeDocument/2006/relationships/slide" Target="/ppt/slides/slide29.xml" Id="R0afc5016da654e8c" /><Relationship Type="http://schemas.openxmlformats.org/officeDocument/2006/relationships/slide" Target="/ppt/slides/slide30.xml" Id="Rdbebcd8d5f724772" /><Relationship Type="http://schemas.openxmlformats.org/officeDocument/2006/relationships/slide" Target="/ppt/slides/slide31.xml" Id="R36529017a62647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c8598a63b22041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cec53c45114189" /><Relationship Type="http://schemas.openxmlformats.org/officeDocument/2006/relationships/notesMaster" Target="/ppt/notesMasters/notesMaster1.xml" Id="R485a5112de9f4c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35eee9694e427c" /><Relationship Type="http://schemas.openxmlformats.org/officeDocument/2006/relationships/notesMaster" Target="/ppt/notesMasters/notesMaster1.xml" Id="R03ac31e2a16b49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49c9edc3144bfd" /><Relationship Type="http://schemas.openxmlformats.org/officeDocument/2006/relationships/notesMaster" Target="/ppt/notesMasters/notesMaster1.xml" Id="Rc178914a8cd94c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d564da27984997" /><Relationship Type="http://schemas.openxmlformats.org/officeDocument/2006/relationships/notesMaster" Target="/ppt/notesMasters/notesMaster1.xml" Id="Rc19f099809ed48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496ea7cc614ae3" /><Relationship Type="http://schemas.openxmlformats.org/officeDocument/2006/relationships/notesMaster" Target="/ppt/notesMasters/notesMaster1.xml" Id="Ra0034420918442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ee47011e46425c" /><Relationship Type="http://schemas.openxmlformats.org/officeDocument/2006/relationships/notesMaster" Target="/ppt/notesMasters/notesMaster1.xml" Id="Reb968407e9414a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2eaf6a0a4d466d" /><Relationship Type="http://schemas.openxmlformats.org/officeDocument/2006/relationships/notesMaster" Target="/ppt/notesMasters/notesMaster1.xml" Id="Re51121dca85a46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451fbe19b34164" /><Relationship Type="http://schemas.openxmlformats.org/officeDocument/2006/relationships/notesMaster" Target="/ppt/notesMasters/notesMaster1.xml" Id="Rb4948266edaf40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70b7faf03a4e31" /><Relationship Type="http://schemas.openxmlformats.org/officeDocument/2006/relationships/notesMaster" Target="/ppt/notesMasters/notesMaster1.xml" Id="R23e92359dd8e43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a1508a63754a44" /><Relationship Type="http://schemas.openxmlformats.org/officeDocument/2006/relationships/notesMaster" Target="/ppt/notesMasters/notesMaster1.xml" Id="R3f927d62ca194e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987b32d6c74b86" /><Relationship Type="http://schemas.openxmlformats.org/officeDocument/2006/relationships/notesMaster" Target="/ppt/notesMasters/notesMaster1.xml" Id="Rbf292b8c371045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0a32804b124da5" /><Relationship Type="http://schemas.openxmlformats.org/officeDocument/2006/relationships/notesMaster" Target="/ppt/notesMasters/notesMaster1.xml" Id="Ra834401238a74d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b35bf333884b3a" /><Relationship Type="http://schemas.openxmlformats.org/officeDocument/2006/relationships/notesMaster" Target="/ppt/notesMasters/notesMaster1.xml" Id="R8bbf20c8e67e45a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30c7f2df4a4382" /><Relationship Type="http://schemas.openxmlformats.org/officeDocument/2006/relationships/notesMaster" Target="/ppt/notesMasters/notesMaster1.xml" Id="Ra61cb2ad12e04c2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4ec82a205d147fe" /><Relationship Type="http://schemas.openxmlformats.org/officeDocument/2006/relationships/notesMaster" Target="/ppt/notesMasters/notesMaster1.xml" Id="Rfae4eaa5e2bc400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dff5cf85f0e4ed3" /><Relationship Type="http://schemas.openxmlformats.org/officeDocument/2006/relationships/notesMaster" Target="/ppt/notesMasters/notesMaster1.xml" Id="R86d1703edfdc4c2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b694d9189034a61" /><Relationship Type="http://schemas.openxmlformats.org/officeDocument/2006/relationships/notesMaster" Target="/ppt/notesMasters/notesMaster1.xml" Id="R84ea71cf73d1498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24f6e9f79a0492d" /><Relationship Type="http://schemas.openxmlformats.org/officeDocument/2006/relationships/notesMaster" Target="/ppt/notesMasters/notesMaster1.xml" Id="R88f4f4738ebb433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df88ae3226d4c70" /><Relationship Type="http://schemas.openxmlformats.org/officeDocument/2006/relationships/notesMaster" Target="/ppt/notesMasters/notesMaster1.xml" Id="Re3dea91bf1da409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490a4f9a8442a5" /><Relationship Type="http://schemas.openxmlformats.org/officeDocument/2006/relationships/notesMaster" Target="/ppt/notesMasters/notesMaster1.xml" Id="R0a2a3738b8e2423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a6c1b59c0b5474e" /><Relationship Type="http://schemas.openxmlformats.org/officeDocument/2006/relationships/notesMaster" Target="/ppt/notesMasters/notesMaster1.xml" Id="Rbe9fb3213db24f0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b844f9dad0a4670" /><Relationship Type="http://schemas.openxmlformats.org/officeDocument/2006/relationships/notesMaster" Target="/ppt/notesMasters/notesMaster1.xml" Id="R0625fa79e9c447c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c9b7530c23e4e24" /><Relationship Type="http://schemas.openxmlformats.org/officeDocument/2006/relationships/notesMaster" Target="/ppt/notesMasters/notesMaster1.xml" Id="R8230be7093c9427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61713aa284a45e1" /><Relationship Type="http://schemas.openxmlformats.org/officeDocument/2006/relationships/notesMaster" Target="/ppt/notesMasters/notesMaster1.xml" Id="R8ab8bd4b101445d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6a935b901024862" /><Relationship Type="http://schemas.openxmlformats.org/officeDocument/2006/relationships/notesMaster" Target="/ppt/notesMasters/notesMaster1.xml" Id="Ra84bd80998cb45e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ed8d398ddac4b08" /><Relationship Type="http://schemas.openxmlformats.org/officeDocument/2006/relationships/notesMaster" Target="/ppt/notesMasters/notesMaster1.xml" Id="R0969f31733374c5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607469c29cf43a3" /><Relationship Type="http://schemas.openxmlformats.org/officeDocument/2006/relationships/notesMaster" Target="/ppt/notesMasters/notesMaster1.xml" Id="R3abf580abb1a4e6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e186d9cfc5449af" /><Relationship Type="http://schemas.openxmlformats.org/officeDocument/2006/relationships/notesMaster" Target="/ppt/notesMasters/notesMaster1.xml" Id="Rb3491b9ba6454e3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557223347a54f99" /><Relationship Type="http://schemas.openxmlformats.org/officeDocument/2006/relationships/notesMaster" Target="/ppt/notesMasters/notesMaster1.xml" Id="R9e6e3f645b704d5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bbee7a407194dff" /><Relationship Type="http://schemas.openxmlformats.org/officeDocument/2006/relationships/notesMaster" Target="/ppt/notesMasters/notesMaster1.xml" Id="Rc5ccf91a4b0f4a1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cbada9971144b88" /><Relationship Type="http://schemas.openxmlformats.org/officeDocument/2006/relationships/notesMaster" Target="/ppt/notesMasters/notesMaster1.xml" Id="Redf33426f51847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content/source-materials/derived/armaturshchik/presentation.pptx</a:t>
            </a:r>
          </a:p>
          <a:p xmlns:a="http://schemas.openxmlformats.org/drawingml/2006/main">
            <a:r>
              <a:t>- Reviewed ZH text map: content/localizations/staged-2026-09-01/presentations/armaturshchik/zh/text-map.json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a7cbcf507d48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5a23eaf019547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3925867fdb4138" /><Relationship Type="http://schemas.openxmlformats.org/officeDocument/2006/relationships/slideLayout" Target="/ppt/slideLayouts/slideLayout1.xml" Id="Rb45710ac2f87407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b8a5a94c4ba428f" /><Relationship Type="http://schemas.openxmlformats.org/officeDocument/2006/relationships/slideLayout" Target="/ppt/slideLayouts/slideLayout2.xml" Id="Rf802c542f7fb45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5710ac2f8740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Work Safety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f802c542f7fb45eb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9dcea106b146bf" /><Relationship Type="http://schemas.openxmlformats.org/officeDocument/2006/relationships/image" Target="/ppt/media/image.jpeg" Id="R52511ae2bad143a8" /><Relationship Type="http://schemas.openxmlformats.org/officeDocument/2006/relationships/image" Target="/ppt/media/image.png" Id="R377a7c469aff4e99" /><Relationship Type="http://schemas.openxmlformats.org/officeDocument/2006/relationships/notesSlide" Target="/ppt/notesSlides/notesSlide1.xml" Id="Rfb731a7b359347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481945236a4973" /><Relationship Type="http://schemas.openxmlformats.org/officeDocument/2006/relationships/image" Target="/ppt/media/image2.png" Id="R17eff593ac00459a" /><Relationship Type="http://schemas.openxmlformats.org/officeDocument/2006/relationships/notesSlide" Target="/ppt/notesSlides/notesSlide2.xml" Id="R64f890001b9a47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30837a6a894ad0" /><Relationship Type="http://schemas.openxmlformats.org/officeDocument/2006/relationships/image" Target="/ppt/media/image3.png" Id="Rbdf9647ecc4a4eed" /><Relationship Type="http://schemas.openxmlformats.org/officeDocument/2006/relationships/notesSlide" Target="/ppt/notesSlides/notesSlide3.xml" Id="Rfbc542d7fa8d42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2b0a9358b64777" /><Relationship Type="http://schemas.openxmlformats.org/officeDocument/2006/relationships/image" Target="/ppt/media/image2.jpeg" Id="R37058982af234d07" /><Relationship Type="http://schemas.openxmlformats.org/officeDocument/2006/relationships/image" Target="/ppt/media/image4.png" Id="R5c74c981f63e4f6a" /><Relationship Type="http://schemas.openxmlformats.org/officeDocument/2006/relationships/notesSlide" Target="/ppt/notesSlides/notesSlide4.xml" Id="Rc91449b92c7849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80ece2cb754a18" /><Relationship Type="http://schemas.openxmlformats.org/officeDocument/2006/relationships/image" Target="/ppt/media/image5.png" Id="Rca9d40e54bcd46eb" /><Relationship Type="http://schemas.openxmlformats.org/officeDocument/2006/relationships/notesSlide" Target="/ppt/notesSlides/notesSlide5.xml" Id="R71a7d1747b5043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83cc0d93664624" /><Relationship Type="http://schemas.openxmlformats.org/officeDocument/2006/relationships/image" Target="/ppt/media/image6.png" Id="Rf9148af6997c4feb" /><Relationship Type="http://schemas.openxmlformats.org/officeDocument/2006/relationships/notesSlide" Target="/ppt/notesSlides/notesSlide6.xml" Id="R57297c98bdfa43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abb6e96fc14ed9" /><Relationship Type="http://schemas.openxmlformats.org/officeDocument/2006/relationships/image" Target="/ppt/media/image3.jpeg" Id="R84d26b25df284291" /><Relationship Type="http://schemas.openxmlformats.org/officeDocument/2006/relationships/image" Target="/ppt/media/image7.png" Id="R402103c3b80a48d4" /><Relationship Type="http://schemas.openxmlformats.org/officeDocument/2006/relationships/notesSlide" Target="/ppt/notesSlides/notesSlide7.xml" Id="Rd1919674db6a4e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c9a154170440c9" /><Relationship Type="http://schemas.openxmlformats.org/officeDocument/2006/relationships/image" Target="/ppt/media/image4.jpeg" Id="R298045784cee4426" /><Relationship Type="http://schemas.openxmlformats.org/officeDocument/2006/relationships/image" Target="/ppt/media/image8.png" Id="Rc91b90fc7971490f" /><Relationship Type="http://schemas.openxmlformats.org/officeDocument/2006/relationships/notesSlide" Target="/ppt/notesSlides/notesSlide8.xml" Id="R0732964b572a4a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81a85e36844633" /><Relationship Type="http://schemas.openxmlformats.org/officeDocument/2006/relationships/image" Target="/ppt/media/image5.jpeg" Id="Rb466a22407a94f38" /><Relationship Type="http://schemas.openxmlformats.org/officeDocument/2006/relationships/image" Target="/ppt/media/image9.png" Id="R425b568c15ad4fa9" /><Relationship Type="http://schemas.openxmlformats.org/officeDocument/2006/relationships/notesSlide" Target="/ppt/notesSlides/notesSlide9.xml" Id="R2a52f37dfd1746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37edbbfb874caf" /><Relationship Type="http://schemas.openxmlformats.org/officeDocument/2006/relationships/image" Target="/ppt/media/image6.jpeg" Id="R3e576215a48446e5" /><Relationship Type="http://schemas.openxmlformats.org/officeDocument/2006/relationships/image" Target="/ppt/media/image10.png" Id="R1d2f306ca5e34cde" /><Relationship Type="http://schemas.openxmlformats.org/officeDocument/2006/relationships/notesSlide" Target="/ppt/notesSlides/notesSlide10.xml" Id="R398efd8eafc241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aec09840f34aa5" /><Relationship Type="http://schemas.openxmlformats.org/officeDocument/2006/relationships/image" Target="/ppt/media/image11.png" Id="R1db6826f6e2748ad" /><Relationship Type="http://schemas.openxmlformats.org/officeDocument/2006/relationships/notesSlide" Target="/ppt/notesSlides/notesSlide11.xml" Id="Rf87dc9fe45614e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ae3d0ed04b4db9" /><Relationship Type="http://schemas.openxmlformats.org/officeDocument/2006/relationships/image" Target="/ppt/media/image7.jpeg" Id="Rb099b07965614ea6" /><Relationship Type="http://schemas.openxmlformats.org/officeDocument/2006/relationships/image" Target="/ppt/media/image12.png" Id="Re6a5b17658224e76" /><Relationship Type="http://schemas.openxmlformats.org/officeDocument/2006/relationships/notesSlide" Target="/ppt/notesSlides/notesSlide12.xml" Id="R71e0e3e21cd64c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6367ec495e4b23" /><Relationship Type="http://schemas.openxmlformats.org/officeDocument/2006/relationships/image" Target="/ppt/media/image8.jpeg" Id="Rd4d78788ce3c4618" /><Relationship Type="http://schemas.openxmlformats.org/officeDocument/2006/relationships/image" Target="/ppt/media/image13.png" Id="R965aa4dcfa2c4a48" /><Relationship Type="http://schemas.openxmlformats.org/officeDocument/2006/relationships/notesSlide" Target="/ppt/notesSlides/notesSlide13.xml" Id="R4752776078f0490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7dec9d44fb47ef" /><Relationship Type="http://schemas.openxmlformats.org/officeDocument/2006/relationships/image" Target="/ppt/media/image14.png" Id="R6dc47c1f7a34469f" /><Relationship Type="http://schemas.openxmlformats.org/officeDocument/2006/relationships/notesSlide" Target="/ppt/notesSlides/notesSlide14.xml" Id="R9170c6bfd4fa44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4c7615f95f43e3" /><Relationship Type="http://schemas.openxmlformats.org/officeDocument/2006/relationships/image" Target="/ppt/media/image9.jpeg" Id="Raebdf4b97ecd43c2" /><Relationship Type="http://schemas.openxmlformats.org/officeDocument/2006/relationships/image" Target="/ppt/media/image15.png" Id="R2f43cb0ebba648cb" /><Relationship Type="http://schemas.openxmlformats.org/officeDocument/2006/relationships/notesSlide" Target="/ppt/notesSlides/notesSlide15.xml" Id="R516ab9780255465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46cc9306a14e8c" /><Relationship Type="http://schemas.openxmlformats.org/officeDocument/2006/relationships/image" Target="/ppt/media/image16.png" Id="Rbaae6daab56144f0" /><Relationship Type="http://schemas.openxmlformats.org/officeDocument/2006/relationships/notesSlide" Target="/ppt/notesSlides/notesSlide16.xml" Id="R082c09d263a04b9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3367eb8f6b4012" /><Relationship Type="http://schemas.openxmlformats.org/officeDocument/2006/relationships/image" Target="/ppt/media/image10.jpeg" Id="Rc9c164c651324c20" /><Relationship Type="http://schemas.openxmlformats.org/officeDocument/2006/relationships/image" Target="/ppt/media/image17.png" Id="R23e2b687121a404b" /><Relationship Type="http://schemas.openxmlformats.org/officeDocument/2006/relationships/notesSlide" Target="/ppt/notesSlides/notesSlide17.xml" Id="R74eb9f13a6d240b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72373c6daf494b" /><Relationship Type="http://schemas.openxmlformats.org/officeDocument/2006/relationships/image" Target="/ppt/media/image11.jpeg" Id="Rc1e93259aff941c2" /><Relationship Type="http://schemas.openxmlformats.org/officeDocument/2006/relationships/image" Target="/ppt/media/image18.png" Id="R87824c3e007943a9" /><Relationship Type="http://schemas.openxmlformats.org/officeDocument/2006/relationships/notesSlide" Target="/ppt/notesSlides/notesSlide18.xml" Id="R5581120592fb459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59966319a441a1" /><Relationship Type="http://schemas.openxmlformats.org/officeDocument/2006/relationships/image" Target="/ppt/media/image12.jpeg" Id="Rc1c0c13faffc4581" /><Relationship Type="http://schemas.openxmlformats.org/officeDocument/2006/relationships/image" Target="/ppt/media/image19.png" Id="Rc8c0c07b26b74001" /><Relationship Type="http://schemas.openxmlformats.org/officeDocument/2006/relationships/notesSlide" Target="/ppt/notesSlides/notesSlide19.xml" Id="R8ddf182839d247f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fcfe83d26541c1" /><Relationship Type="http://schemas.openxmlformats.org/officeDocument/2006/relationships/image" Target="/ppt/media/image20.png" Id="Rc268a85886304349" /><Relationship Type="http://schemas.openxmlformats.org/officeDocument/2006/relationships/notesSlide" Target="/ppt/notesSlides/notesSlide20.xml" Id="R88aeabfa740041d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830c79127443bc" /><Relationship Type="http://schemas.openxmlformats.org/officeDocument/2006/relationships/image" Target="/ppt/media/image13.jpeg" Id="R5ba8c04f6da94cbb" /><Relationship Type="http://schemas.openxmlformats.org/officeDocument/2006/relationships/image" Target="/ppt/media/image21.png" Id="Ra66ed3f7575c4f1c" /><Relationship Type="http://schemas.openxmlformats.org/officeDocument/2006/relationships/notesSlide" Target="/ppt/notesSlides/notesSlide21.xml" Id="Ra6b38f73c2ee420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769165e67b42f6" /><Relationship Type="http://schemas.openxmlformats.org/officeDocument/2006/relationships/image" Target="/ppt/media/image14.jpeg" Id="R1e75aeaafbc0464c" /><Relationship Type="http://schemas.openxmlformats.org/officeDocument/2006/relationships/image" Target="/ppt/media/image22.png" Id="Ref00309fdd9044da" /><Relationship Type="http://schemas.openxmlformats.org/officeDocument/2006/relationships/notesSlide" Target="/ppt/notesSlides/notesSlide22.xml" Id="Rdcdb8035b8714a0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89211d707a4d51" /><Relationship Type="http://schemas.openxmlformats.org/officeDocument/2006/relationships/image" Target="/ppt/media/image23.png" Id="R9cad6b53756d4746" /><Relationship Type="http://schemas.openxmlformats.org/officeDocument/2006/relationships/notesSlide" Target="/ppt/notesSlides/notesSlide23.xml" Id="Rc3f3bf47eb384c2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80701c314441b7" /><Relationship Type="http://schemas.openxmlformats.org/officeDocument/2006/relationships/image" Target="/ppt/media/image24.png" Id="R3b48c7cbdadd4880" /><Relationship Type="http://schemas.openxmlformats.org/officeDocument/2006/relationships/notesSlide" Target="/ppt/notesSlides/notesSlide24.xml" Id="R4e5face68812413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5059a1b0bd463b" /><Relationship Type="http://schemas.openxmlformats.org/officeDocument/2006/relationships/image" Target="/ppt/media/image25.png" Id="R5c6a28fe681a433d" /><Relationship Type="http://schemas.openxmlformats.org/officeDocument/2006/relationships/notesSlide" Target="/ppt/notesSlides/notesSlide25.xml" Id="R79d6d9cfe10b4bb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a9e5e41b66412f" /><Relationship Type="http://schemas.openxmlformats.org/officeDocument/2006/relationships/image" Target="/ppt/media/image15.jpeg" Id="R5c3fbe7fb2e04129" /><Relationship Type="http://schemas.openxmlformats.org/officeDocument/2006/relationships/image" Target="/ppt/media/image26.png" Id="R2e986703e2dd4f1d" /><Relationship Type="http://schemas.openxmlformats.org/officeDocument/2006/relationships/notesSlide" Target="/ppt/notesSlides/notesSlide26.xml" Id="Rc0d3aef8cfb04c3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de714eb75a4f59" /><Relationship Type="http://schemas.openxmlformats.org/officeDocument/2006/relationships/image" Target="/ppt/media/image16.jpeg" Id="Rdbd77fee79f240e2" /><Relationship Type="http://schemas.openxmlformats.org/officeDocument/2006/relationships/image" Target="/ppt/media/image27.png" Id="R8608535361824da3" /><Relationship Type="http://schemas.openxmlformats.org/officeDocument/2006/relationships/notesSlide" Target="/ppt/notesSlides/notesSlide27.xml" Id="Rfc8cffade1a8448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a8365a5be644ac" /><Relationship Type="http://schemas.openxmlformats.org/officeDocument/2006/relationships/image" Target="/ppt/media/image17.jpeg" Id="R6022df51c0984e3c" /><Relationship Type="http://schemas.openxmlformats.org/officeDocument/2006/relationships/image" Target="/ppt/media/image28.png" Id="R88c1be4399a74071" /><Relationship Type="http://schemas.openxmlformats.org/officeDocument/2006/relationships/notesSlide" Target="/ppt/notesSlides/notesSlide28.xml" Id="Rc862074b81e7481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0af494979c4062" /><Relationship Type="http://schemas.openxmlformats.org/officeDocument/2006/relationships/image" Target="/ppt/media/image18.jpeg" Id="Rc1e7f281e9154979" /><Relationship Type="http://schemas.openxmlformats.org/officeDocument/2006/relationships/image" Target="/ppt/media/image29.png" Id="R357bb87a9aae4613" /><Relationship Type="http://schemas.openxmlformats.org/officeDocument/2006/relationships/notesSlide" Target="/ppt/notesSlides/notesSlide29.xml" Id="Rbfbefe247c8741d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b59719345141ae" /><Relationship Type="http://schemas.openxmlformats.org/officeDocument/2006/relationships/image" Target="/ppt/media/image30.png" Id="Rb0d44de439904df0" /><Relationship Type="http://schemas.openxmlformats.org/officeDocument/2006/relationships/notesSlide" Target="/ppt/notesSlides/notesSlide30.xml" Id="R4946cf390510487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78c6ea15ec4f17" /><Relationship Type="http://schemas.openxmlformats.org/officeDocument/2006/relationships/image" Target="/ppt/media/image31.png" Id="R6a11c4ea40cc40b4" /><Relationship Type="http://schemas.openxmlformats.org/officeDocument/2006/relationships/notesSlide" Target="/ppt/notesSlides/notesSlide31.xml" Id="R847bccda034e49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C0357-5236-410E-B5B0-CB653A42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VISUAL_02_s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511ae2bad143a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524750" y="1104900"/>
            <a:ext cx="4095750" cy="476250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05A4C-D100-460C-9827-5434BBBB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04900"/>
            <a:ext cx="762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URSE_KICKER">
            <a:extLst xmlns:a="http://schemas.openxmlformats.org/drawingml/2006/main">
              <a:ext uri="{FF2B5EF4-FFF2-40B4-BE49-F238E27FC236}">
                <a16:creationId xmlns:a16="http://schemas.microsoft.com/office/drawing/2014/main" id="{D53F21A1-2F8C-435D-A8B2-4188473F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培训课程</a:t>
            </a:r>
          </a:p>
        </p:txBody>
      </p:sp>
      <p:sp>
        <p:nvSpPr>
          <p:cNvPr id="5" name="DECK_TITLE">
            <a:extLst xmlns:a="http://schemas.openxmlformats.org/drawingml/2006/main">
              <a:ext uri="{FF2B5EF4-FFF2-40B4-BE49-F238E27FC236}">
                <a16:creationId xmlns:a16="http://schemas.microsoft.com/office/drawing/2014/main" id="{2E2EE2C6-6BF8-4C37-B454-A6416022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65ACF-CAAF-434E-B22B-743E5CEE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CK_SUBTITLE">
            <a:extLst xmlns:a="http://schemas.openxmlformats.org/drawingml/2006/main">
              <a:ext uri="{FF2B5EF4-FFF2-40B4-BE49-F238E27FC236}">
                <a16:creationId xmlns:a16="http://schemas.microsoft.com/office/drawing/2014/main" id="{3A9719E9-CB1B-47CA-8791-938CBDB7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钢筋作业的工艺、质量与安全实施</a:t>
            </a:r>
          </a:p>
        </p:txBody>
      </p:sp>
      <p:sp>
        <p:nvSpPr>
          <p:cNvPr id="8" name="DECK_AUDIENCE">
            <a:extLst xmlns:a="http://schemas.openxmlformats.org/drawingml/2006/main">
              <a:ext uri="{FF2B5EF4-FFF2-40B4-BE49-F238E27FC236}">
                <a16:creationId xmlns:a16="http://schemas.microsoft.com/office/drawing/2014/main" id="{3553A45A-7A2A-41B2-9451-EA55C985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25F"/>
                </a:solidFill>
                <a:latin typeface="Arial"/>
                <a:ea typeface="Arial"/>
                <a:cs typeface="Arial"/>
              </a:rPr>
              <a:t>工人及一线人员培训课程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D2445-6DB4-469B-B390-28906465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215B88B-19A7-4D68-AC62-4FA4195D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AFE8735-1E0B-4B5A-BCFF-FFA7123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a7c469aff4e9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690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587DF6-8372-447B-809C-BA138A36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5F7721F-5C28-496B-A7DE-0DC80410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课程结束后作业人员将能够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06753266-04A9-437C-9F60-769383C2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0FEEF-1C8D-4230-9421-4B464052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D25142DC-EC74-4D0B-A848-320C4179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根据项目和任务准备材料、工具和工作区域。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934DA8A0-E93E-4E2B-82B2-32C378B8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19EEB-5A53-408B-B03F-E6DEF9D6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14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DB87B45A-B020-4027-A70D-59475D5C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安全完成钢筋调直、切割、弯曲、绑扎和钢筋骨架组装。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B5985B86-6107-4E91-8F09-6639761A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8B10D-5185-4E93-A2D9-0685C8AA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BB4F5B62-EC69-4CBD-971A-39D70069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区分连接方式，不要更换设计方案。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F19A4199-EF70-445A-9043-DADF8810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F8C38-263F-4544-87F7-079C54AF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E8F25FCA-15F8-4333-946E-F379C42C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检查质量，识别危险情况并停止操作。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DEDB0-DDC4-42F6-8900-F96A9259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4290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BE5DF-F3F0-4C38-A6BB-2608054A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B408602-F59E-48AE-9AC0-B2B6D990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71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钢筋 工作在位置精确、连接可靠的结构中。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BDCFB8-A122-40DE-8B07-16D1444A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A6768B7-7A90-4CF0-97FA-B248B293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2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1844978-4573-4096-B402-A06FAAFE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4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ff593ac00459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599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1A3AA8-6182-4F30-B756-683CD6B0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1F9DACD-C984-462F-BED4-6BBD90F6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课程逻辑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2D56CFB6-BC26-452D-BB62-89ED6D63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3DBEB-2635-4D84-A274-D00E4EA9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01B7F3B4-A814-4AC0-BBC9-40F0D12D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材料、设计和准备。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6A3659E1-D4CF-44FD-B01C-3F57C10D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21BA3-750F-4D17-B654-489F96EC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0D7624C9-3D79-43B8-8853-5AB5D43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527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工艺顺序。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E9FA4B90-4772-49E7-8CBB-8EA6068E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7A04C-7337-4881-B040-3C0EAC1B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6A1E9526-A696-4A98-B50F-8072135D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框架的连接和安装。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48C5A4D6-8765-48FE-97AF-D9ECAAE6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471A9-91E2-4ED7-B976-BECF11CC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271F0722-4F0D-4B20-AA55-FA5ADEC5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148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质量控制和典型缺陷。</a:t>
            </a:r>
          </a:p>
        </p:txBody>
      </p:sp>
      <p:sp>
        <p:nvSpPr>
          <p:cNvPr id="15" name="LIST_NUMBER_5">
            <a:extLst xmlns:a="http://schemas.openxmlformats.org/drawingml/2006/main">
              <a:ext uri="{FF2B5EF4-FFF2-40B4-BE49-F238E27FC236}">
                <a16:creationId xmlns:a16="http://schemas.microsoft.com/office/drawing/2014/main" id="{F6B62691-5C08-4E53-B0E3-46AB98E9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C381A-60E7-4CE5-BEA1-D0488678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7" name="LIST_ITEM_5">
            <a:extLst xmlns:a="http://schemas.openxmlformats.org/drawingml/2006/main">
              <a:ext uri="{FF2B5EF4-FFF2-40B4-BE49-F238E27FC236}">
                <a16:creationId xmlns:a16="http://schemas.microsoft.com/office/drawing/2014/main" id="{34A8A596-0E2F-4898-96D2-A2EF8857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风险、PPE 和停止条件。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D84487-87EC-417A-BEAE-B4868147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381250" cy="29527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6C89EA-1FCF-4AE9-904A-A95C90E8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课程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DFB96C-BFBD-4724-84DD-F89FADE6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95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D625F"/>
                </a:solidFill>
                <a:latin typeface="Arial"/>
                <a:ea typeface="Arial"/>
                <a:cs typeface="Arial"/>
              </a:rPr>
              <a:t>语义块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15E8F7-91E0-4A0E-B60C-44193D92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5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A7CA4CF-6FBE-49EA-89E0-21BB3435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26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543B9FB-3A55-4E96-A458-8E28665A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9647ecc4a4ee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29" name="AGENDA_COUNT_CIRCLE">
            <a:extLst xmlns:a="http://schemas.openxmlformats.org/drawingml/2006/main">
              <a:ext uri="{FF2B5EF4-FFF2-40B4-BE49-F238E27FC236}">
                <a16:creationId xmlns:a16="http://schemas.microsoft.com/office/drawing/2014/main" id="{0CFC697B-442A-4C80-BB0F-4DFB8D4E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861699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37FAF-7E92-4E9A-ADC7-D6A19730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2_s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58982af234d0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08821389-2DFD-4CDD-ADC4-EE329522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5BB48-1E87-40C9-B2F3-F9809151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BC38C373-BA70-4712-940C-3231FE7B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任务、材料和准备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C8A4101D-9671-4171-8DCE-7113E1E0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加工前需要了解项目，组织移动，排除未经授权的替换。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00B66-0DAF-45DE-9E57-5E398643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4CEB7BE-3965-4A1D-A69F-96891E2C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823C054-D865-492B-87E9-A72F664F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4c981f63e4f6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8597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4B633-FDAF-4655-8709-F5DB58F7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EC6D88A7-5526-4A22-82A6-549787BF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钢筋构成结构受力体系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8FF12-CAF6-458E-85DA-60EDDB12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钢筋工负责加工、组装和安装钢筋混凝土结构的钢筋构件。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作业必须符合设计尺寸、钢筋位置、连接方式和混凝土保护层要求。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钢筋直径、间距、形状或连接方式只能依据经批准的设计决定变更。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钢筋骨架是否就绪应在混凝土浇筑前通过检查确认。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58B10-093C-4393-A51D-458EEF70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443C2-FA08-42A1-826B-93C3A8A2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0FE69C3-9653-489C-821F-FF32CE85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必须提前识别混凝土浇筑后隐藏的错误。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2390B-BBBC-4DBB-8130-1B8D9F6F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737D1D8-9129-4E09-8A0D-C1A3E558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612DDD1-7D76-4DBD-8009-59E7E960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d40e54bcd46e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5993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1E8DE-ED94-4E49-93D4-462D51EA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E8E9DF8-F75D-4668-BE33-08F10131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工作的复杂程度随着级别的增加而增加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9DFDD-EA2B-4D0B-9868-F3FEB344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2–3级：简单准备、钢筋调直、切割、绑扎和协助组装。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4–5级：复杂钢筋骨架、安装、连接以及识读施工图。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6–7级：特别复杂的空间钢筋骨架和重要结构。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实际任务取决于个人资格、作业许可和现场工艺。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77158-24A8-4BFB-9684-E09EF39A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55C95-D147-4F6B-880F-1970FC7B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AAACD16-D615-42CF-8095-227713F5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等级确认能力，但不能取代项目和安全交底。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CD6DC-4CEB-40FD-8281-2C3F1C35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F224BFF-2191-48BE-B6C9-9112551B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2E17123-8076-4190-97B6-0B0F239A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48af6997c4fe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6186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CE9B77-C9D4-44CB-A878-CA45F7E4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7408D4B-18AD-4F46-9F70-359EECEF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加工前对材料进行识别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2B660-41F7-47A6-8A87-5F2C0703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检查批次标识、直径、外形、表面状况和交货文件。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钢筋、钢筋网、绑扎丝、垫块和连接件应分类并稳固存放。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开工前记录严重锈蚀、污染、变形或与设计不符的情况。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不得使用未经确认的材料替代。</a:t>
            </a:r>
          </a:p>
        </p:txBody>
      </p:sp>
      <p:pic>
        <p:nvPicPr>
          <p:cNvPr id="17" name="VISUAL_02_s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26b25df28429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EFC6BD82-B586-480C-9701-1A2E9D46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钢筋牌号和直径由设计确定，不得按库存现有材料替代。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46AEB-A63B-411B-BDDC-0B21816B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773D7E6-4C31-4542-8FA2-4007ED72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009BB77-432A-474C-B960-3A8D7E86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2103c3b80a48d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4286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2DB26-2B6E-4E15-AB7C-F9A0E8D9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3315423-A20D-46D2-90EF-610AE7D2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项目规定了框架的形状和位置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0811F-AAA0-49B1-B2AB-724ECE16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开工前核对图纸、规格、安装方案、作业顺序和检查点。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以规定基准进行放样，并核对计量单位和定位尺寸。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遇到不清楚的节点、尺寸冲突或缺失构件时，应报告负责人。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根据具体工序和工件安全搬运要求准备作业场所。</a:t>
            </a:r>
          </a:p>
        </p:txBody>
      </p:sp>
      <p:pic>
        <p:nvPicPr>
          <p:cNvPr id="17" name="VISUAL_02_s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045784cee44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9EF09CC-AE07-44EB-8673-EC2C7E60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图纸中的疑点在切割和弯曲之前解决。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492CB-8D81-4773-9D68-69CFD7B1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A1E14F4-B4E9-462E-8CC3-B2C7C8A1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E9C9F1C-AFA3-4F0E-A0EB-84320F66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b90fc7971490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14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D1C14-D78B-4D61-AFA3-A1466863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373760F-4517-4BAE-9AE7-6685F89A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存放可防止滚动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92B99-90A4-4D97-A05F-F9476088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钢筋捆应放在带止挡的稳固垫木上，并保留其标识。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通道、车辆进出路线、吊装点和机械作业区应保持畅通。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人工搬运应根据质量、长度和人员数量进行计划；搬运长钢筋时应统一配合。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不得站在被吊起的钢筋捆下方，也不得处于吊物与固定物体之间。</a:t>
            </a:r>
          </a:p>
        </p:txBody>
      </p:sp>
      <p:pic>
        <p:nvPicPr>
          <p:cNvPr id="17" name="VISUAL_02_s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6a22407a94f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23422037-D652-4185-BB4D-1EC15C9E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起吊前，确定路线、人员及安全积载区域。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8A47A-FD18-4D5C-9D71-BFDA2A7E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020CD3F-B8BA-46E7-ABD8-4F082C63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58455B3-0AB2-4E8E-9164-54EDD2C4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b568c15ad4fa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3722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4C507-F587-44EB-92CF-9EBE70F9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2_s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576215a48446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718BF4C8-F861-4168-8DC9-06F8A3AE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F8BAC-3E21-42E1-AA50-669702B4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8A358DB5-2DB2-4F30-96F6-2C4B3B81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准备和组装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923A0BBD-2B4C-4D17-B679-C7F8A126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工艺顺序可确保尺寸、质量和危险能量控制得到保持。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D7A3F-F97A-42B5-A1B7-EA541E48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D02F3C9-08BA-4FB0-8E89-94A68A7A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0F91C06-C208-40D7-A67A-1429FEC2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f306ca5e34cd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689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1374C6-A205-479D-9442-9DA793BB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5D9ED9F-3DCD-4C9A-862B-2CBBAE7B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调直和清理应在放样前完成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16FFE-75DC-4F8C-9FC3-23FDADCD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C584B-10B1-44E6-AEAA-8EB7283A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D996A1AA-1F57-41FE-A29E-FE358E8A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DA30749F-EA5D-449D-8BB9-DE1A37F8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检查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3127E3D5-8A05-49B6-95E7-66A615AA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确定变形、污染和表面状况。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41591-233B-4261-B9DA-48DB9F1B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0C7BC44B-F29E-404D-9BF1-5C201A9D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0351D723-FB0C-41AF-A1CB-9916BF0B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固定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BFD30566-31C2-40D2-8BDB-2ABB0B69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安装物料及设备保护装置。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78C5B-1D98-45CC-AF50-37AFC6B4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B4D70871-C35C-4DC9-BC64-E9051506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825411D0-F861-4E54-BDC7-4BC97C53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拉直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B5D54AD6-3014-4D47-8D64-9DE727B0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按规定方法作业，不得猛拉，也不得站在受力方向线上。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E79245-EF5F-444C-8435-FE6D0473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4DD9609B-BC58-44DF-8D55-0C4533DF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662DB4CC-CC90-46AE-9D24-AA36AE4C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检查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BE8464B2-58C9-4651-90E4-3E5E05BD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检查直线度和是否适合进一步操作。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A1C895-94FF-4E88-B6EE-94289CE1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D03FD9-3BA5-4830-9C55-92B0BE0D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8FBA63E-809C-426D-B22B-6E7F1BC6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在没有稳定支撑的情况下用手拉直长杆是危险的。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90AFEC-5A77-458B-AD1E-F6A3132F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C9853DB-8450-4E42-AF80-62039C94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FD65C5C-87A3-4A03-88A9-1D1E38A1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6826f6e2748a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9005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E39CEC-091E-47C0-9283-70484183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254065D-1E64-4AD1-95E5-9D6BF970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测量和切割应采用同一基准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61EE4-ADFA-46FA-95B8-38D0FAD4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将放样尺寸与规格核对，并考虑构件弯曲后的形状。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固定工件；清除切断料和火花飞出区域内的人员及可燃物。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工装应与钢筋直径、材料和设备允许参数相匹配。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切割后标识已测量的构件，防止混料。</a:t>
            </a:r>
          </a:p>
        </p:txBody>
      </p:sp>
      <p:pic>
        <p:nvPicPr>
          <p:cNvPr id="18" name="VISUAL_02_s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9b07965614ea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117A2D91-D7DD-483E-AD43-94275702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复核尺寸比返工钢筋骨架更经济、更安全。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13C0F-2D79-4928-B6F6-2D76C398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2C0FA2BF-DCAA-4C37-B73D-185A8D3C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规范：工具安全——第204号命令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F62F0DA-91D7-4097-BC4F-CFAA3C0D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83DF452-3496-48F7-96EF-B3E0DFF2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5b17658224e7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5071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FCEC1-F522-471B-B932-F7B0A2CB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27002A7-5FFE-4586-B894-8E2F0128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使用标准设备进行弯曲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19187-B11D-42D1-86FD-60671EC1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检查弯曲设备的止挡、驱动装置、防护装置和作业区。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按方案放置钢筋，不得用手握持靠近机器运动部件的位置。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弯曲半径、角度和方向由设计和工艺规定。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只有按经批准的工艺，才允许通过再次弯曲纠正成品构件。</a:t>
            </a:r>
          </a:p>
        </p:txBody>
      </p:sp>
      <p:pic>
        <p:nvPicPr>
          <p:cNvPr id="17" name="VISUAL_02_s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78788ce3c461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DBA7CDA1-6F2B-4E27-9B13-CE81DAC1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您不能处于杆可能弹出的平面内。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2BC43-432D-4639-9E62-E8612E47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92CFAE6-0444-4C49-8E2A-D1865F6E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E8E5397-D089-448F-8E4E-F0CD369D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5aa4dcfa2c4a4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5647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5BBDEF-84AD-4939-A3C1-2AD9F0B4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3D48F52-AC10-4C73-AF1B-41FB9F5F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框架由稳定的底座组装而成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54B7F-D2AD-4B6C-B407-2B496CA6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D4915-B833-4691-A744-191E06D6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0E5D3113-621A-4AF7-9B9F-839C7211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4FDE4905-3B1A-498B-B278-1F1007E8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铺开摆放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A6782F48-1F3D-421B-883C-76737926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根据标记和装配顺序准备元件。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A1F55-FE35-4533-A86F-D9A0BD1C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887CD979-1F5C-4477-99D0-522C2259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CA75E891-ADAE-48AE-A5DB-F822A843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固定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D8FEEFDD-B8C6-4455-A9D7-B9F2AA29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安装模板、挡块和临时连接。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FD667-0058-4D93-A47F-38714755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91D09467-008F-4C97-B5F6-CE450877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DF89E244-8320-474B-8A3D-A54DFFFB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连接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710627B1-384A-4D70-A827-F4FF3267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按要求完成钢筋绑扎或设计规定的其他连接。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FA1F37-8B37-43F5-A24A-A4F667C5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E56EA96B-5930-4BC9-B348-27DEEA22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8758B7A2-D403-4E5D-AFEA-D173F3FB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检查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2BAF8C56-0828-4E70-AA5F-C5791228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检查几何形状、稳定性和移动准备情况。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B94A72-C9D6-4391-BEC0-6D84658D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4267F7-CA7C-4C2C-ABF5-6DA2A606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613DF32-28FF-4452-BED5-B42AA7EC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空间框架暂时固定后才会释放。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FADA4A-932F-4DDC-9722-642A7CCA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4C154AD-8CF6-499D-8F2B-7807D519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1006F21-0F2E-4CF3-AECF-DD087293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47c1f7a34469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6472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761B5-3BE8-4818-844A-D4E42E57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2620F6E-C738-4E4D-8838-FE53DA5F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钢筋绑扎用于保持设计位置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D9915-4BB2-4617-B7D9-5D07F708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根据工艺卡和连接用途选择绑扎丝及绑扎节点方式。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收紧前固定钢筋，防止夹伤手指和钢筋移位。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绑扎丝端头应向内弯折，不得留在通道或人员可能接触的区域。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依据绑扎节点稳定性和设计几何尺寸是否保持来评定质量。</a:t>
            </a:r>
          </a:p>
        </p:txBody>
      </p:sp>
      <p:pic>
        <p:nvPicPr>
          <p:cNvPr id="17" name="VISUAL_02_s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df4b97ecd43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30A8D0C1-8B11-4142-A921-812B8782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过度拧紧不能补偿不正确的杆位置。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B335B-63C1-4DD5-92CA-057492A8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4DD9A06-694C-4035-98D5-A8EA62B1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DBAB170-7BC7-42FC-9111-55427698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3cb0ebba648c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778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9ACE2-C8BD-436B-A71D-2297424B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025D404-35DC-448C-865F-57C06FA7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绑扎丝和工具：割伤与刺伤危险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F76D1-B605-4EB4-B219-1F7038FC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剪下的钢丝端头应立即放入容器，不得留在作业平台或钢筋骨架内。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作业前检查绑扎钩、钳子或机械化工具。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手和手腕应避开钢丝可能回弹的方向；不得猛力向自己方向拉拽钢丝。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只有在不会产生被运动部件卷入风险时，才使用手部防护用品。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C099D-F94A-428B-A84D-21CD89E1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9DF2D-963B-44A4-A9B0-8010582B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268B63F2-8CC7-4971-83B1-1E6480C0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从切割到废弃，必须控制线材的锋利端部。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4AE9E-CA66-4C88-A54B-81B5C157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2CD7742-8D3E-4950-B5A1-93D9CC7D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0CE43DE-E0BE-48DD-9597-3A78715E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e6daab56144f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2237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D51B7-462B-47B9-8D91-2AD5941E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BFEEBF7-D464-4DC4-8EED-DBD77ED3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焊接必须符合设计要求并获得相应作业许可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21044-3AA4-4AAF-A6DE-77F882E6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材料的可焊性、接缝类型和准备工作由设计和技术决定。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该工作由经批准的焊工进行，并配备适当的设备和区域保护。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如有需要，火灾风险由许可证控制。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使用既定方法检查连接质量，并且未使用附加金属掩盖缺陷。</a:t>
            </a:r>
          </a:p>
        </p:txBody>
      </p:sp>
      <p:pic>
        <p:nvPicPr>
          <p:cNvPr id="18" name="VISUAL_02_s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164c651324c2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F947818-0867-434B-BF08-D40D0B5F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钢筋绑扎和焊接不能随意互换。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2DBB9-D75A-44FD-8027-957036DE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42D40B4-6626-4939-A9F5-148CC33B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标准：消防安全规则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6A40EE0-A771-4697-A681-857EE4C7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292891A-83C1-4BA2-8A5D-BECA76F0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2b687121a404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780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C4214-6845-4968-9745-B4241340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0BF3A72-52F8-4171-AC78-37CDCA1F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钢筋套筒应作为设计规定的连接系统使用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A283E-2D65-4071-BA3D-C4C1BD77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钢筋套筒类型、钢筋端部处理和允许偏差由设计文件及制造商说明规定。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螺纹、挤压等机械连接形式不得相互替代。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连接前检查各部件的清洁度、几何尺寸和标识。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应使用规定的工具和方法进行拧紧、挤压及检查。</a:t>
            </a:r>
          </a:p>
        </p:txBody>
      </p:sp>
      <p:pic>
        <p:nvPicPr>
          <p:cNvPr id="17" name="VISUAL_02_s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93259aff941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658100" y="1752600"/>
            <a:ext cx="3962400" cy="342900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12FAA360-C403-4146-BDC2-D2390F0A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57800"/>
            <a:ext cx="3962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检查后，而不是部件目视匹配后，连接被视为准备就绪。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D5749-B037-4C32-808C-E0EFE747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1E03545-E28E-4649-ABBE-595BF6C7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B110ABD-D66A-41A9-AECF-BFB5ED30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24c3e007943a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8273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4730A-1F96-4094-81A8-AC13F489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144E3D3-870B-471D-A00F-0B63317A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浇筑混凝土前框架已固定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B0ABE-25DA-4E74-AFCB-C3A8BD52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协调吊装绑扎方式、起吊点、指令和作业人员的安全位置。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安装后，固定钢筋骨架、垫块和临时拉结，防止移位和倾覆。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严禁人员停留在吊物下方或夹挤区域内。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混凝土浇筑前，确认几何尺寸、稳定性以及设计构件的可达性。</a:t>
            </a:r>
          </a:p>
        </p:txBody>
      </p:sp>
      <p:pic>
        <p:nvPicPr>
          <p:cNvPr id="17" name="VISUAL_02_s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0c13faffc45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E46458C7-E610-4F4E-BB93-1D4966D7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只有在钢筋骨架稳固固定后，才可解除吊装夹具。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9A400-5A6B-4EA0-B6C7-9F79EB35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2D24497-7271-4167-9394-47EC145A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F8CE8FB-9CC7-4FB4-8BD4-5A9E336A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0c07b26b7400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343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99DF5-E917-4221-99B7-E153165B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84BEED5-ACD4-4F57-8131-A12452A1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保护层按项目规定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5FC22-8022-4367-9580-EC197FBC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使用规定的垫块和支撑保持钢筋位置。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不得将同一个保护层厚度通用于所有结构。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混凝土浇筑前检查间距、稳定性以及垫块是否移位。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只有经工艺明确规定时，才可使用临时自制垫块。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1D355-BDD8-492E-918B-0CC4C1DE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9EC66-E01C-4FAF-8D58-0EFB5E9E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2AE3190-6DA7-4AA7-BDCE-A6A99BD7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保护层及节距尺寸取自具体工程。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9A2F3-C0AD-48A5-9E5E-21CCAC41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9982510-14B3-479B-A47B-7731AE9D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3F09121-5ED7-40EA-B110-1A5C359C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8a8588630434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6782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830A6-0FB4-4879-A230-59B4B1D3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2_s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8c04f6da94c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0387BFEC-BF7D-4932-9212-30345C48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8976C-BCE9-4E72-909F-D69174E8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27C29E62-7952-404F-A9C1-AFD13DEF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质量与安全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E2C07F48-149C-4E7A-AC83-37C001D7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质量控制同时防止设计缺陷和危险的变更。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DFE18-97B3-4636-BE2B-2A4EF240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D11F84C-37B0-42C0-A386-E78F4490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F6750A5-2365-4FE6-9F55-20E86E79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ed3f7575c4f1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1634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D3034-E111-4C5B-AF61-A4A35EFF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AAFFA75-58D0-4722-8CF0-E81DA35B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隐蔽前必须完成检查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67676-E32E-46A0-8AFE-6C1ACA73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检查项目中元件的类型、数量、位置和标记。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检查尺寸、几何形状、连接、紧固件和临时连接。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监控钢筋的清洁度和混凝土浇筑的准备情况。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根据商定的决定记录并消除不一致的情况。</a:t>
            </a:r>
          </a:p>
        </p:txBody>
      </p:sp>
      <p:pic>
        <p:nvPicPr>
          <p:cNvPr id="17" name="VISUAL_02_s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5aeaafbc046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021285A0-C28C-40E2-8BCC-4C3D6F9E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检查的照片或记录不能替代实际的框架检查。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29CA8-1A2D-427B-98B7-1CC21775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0EB43CB-BCC0-43F6-92CE-6BAEC067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340CA84-A80C-4598-BC2F-F84F2577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0309fdd9044d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114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39F34E-06BF-4867-9DBD-EB87BB41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036E737-C418-4419-A9E0-E9679987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典型缺陷有特定原因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1F89A-201E-4081-89EE-A18C279F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风险 / 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ACFB3-D812-4B2F-9DEA-2966B99D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56565-914E-4526-A6CC-DA877769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控制措施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0F1C9-C483-4C66-B26B-52F78D04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BBC0D-6021-4AD9-A905-DEF7F175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钢筋移位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11B52-E3F2-4C8E-A948-E5361CFC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安装时固定不良或震动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985C2-E6DE-48B4-B2C5-E65CD5F6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按设计恢复位置并加强固定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5A00C-4AAB-4838-AFD5-CCDAA0FF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F0821-DBBB-4295-ADC2-85F06CC9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连接不完整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19AD0-9354-4E74-8825-00E87DE8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钢筋绑扎、焊接或套筒连接工艺不符合要求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B9E77-9BE5-47FA-B755-479BD59B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停止验收并进行批准的整改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00134-3432-47B2-8674-5AC2E1BF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80EA4-7BBE-43C5-A01F-7A4F8BFE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稳定性不够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ED911-6206-406C-BF31-2EEC50BD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缺少结构拉结或支撑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7C3E-3E1C-4086-B874-1DAF1501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钢筋骨架固定前，不得起吊，也不得开始混凝土浇筑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A0CF3-E195-4354-9C9C-AED645D3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6DB88A-E114-4EA2-B566-8DBADB25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尖锐突出物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6AA9D6-0AF2-4858-BFC9-F08FB350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钢筋端头和绑扎丝未采取防护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F212E3-7B6F-4F9D-9999-66E5C8DE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围栏、标记和保护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364FE3-FBE1-4FA3-BAB2-645E6D3B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不得采用设计未规定的方法纠正缺陷。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16A256-D4C1-4DAB-89AE-F0A623B7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CC06F06-67C3-44ED-9F58-DCE65BD6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853F0C2-F45E-4553-8C24-A4E7EBF8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d6b53756d474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67573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6A61C-1984-4229-B8E5-EDFB346C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369D75D-65A6-496C-8F54-524027F9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复杂的工作单独计划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8B41F-2E36-43E5-99C3-A3A20F20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提前评估大型空间钢筋骨架、受限区域和非标准节点。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明确组装顺序、临时稳定措施和安全通道。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在总体计划中协调起重、焊接、高处作业和班组协作。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条件发生变化时重新进行风险评估。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B26E3-82C6-41F1-A3C8-70E20BF0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AAFDC-7B4D-4818-B4D4-7D7508E5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ECE0E9A3-EC51-4F1D-8BA3-EE819B10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框架越复杂，每个阶段的临时稳定性就越重要。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8E54F-13BC-4448-9ADE-2DA2D828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589FC11-C02A-4916-AAB4-A1C622CD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70B690F-2BB7-492F-8AE1-2214F6E9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8c7cbdadd488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82318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E813C0-6FE9-4C6C-A6A8-F813FB59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761042B-A113-42D4-8EAB-0BA2F2EF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主要风险因操作而异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EF994-A12E-4D25-8276-3EB2A623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风险 / 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B28FC-27C2-4C60-9670-0CCAEDA6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E20C3-1036-4F39-B6D3-1DB0F6D6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控制措施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C3BC3-5344-4D9D-AA0B-F79CCCAC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DAC0A-0CB2-47D4-87AF-2EFCFA1F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切割和弯曲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DE4DC-B75B-43A7-B72D-E42FD37C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钢筋飞出、卷入或甩出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A38E4-EA45-42DA-8068-29527552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围栏、安全、安全区域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B833F-EDCE-4690-A3C1-C5C14F6C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57A82-2B44-47CD-A985-620D3046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焊接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88A22-DEB0-4F3D-BB71-716ACAAD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烧伤、冒烟、起火、触电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7DF3E-43CD-4838-A600-29132FF1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批准、通风、防护、动火控制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D08CF-85C1-47B3-B1F3-A2E5F820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017015-EDE8-468F-A902-5C4C3111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起重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48FAD-71E5-4BE2-B715-4F82C915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跌落负载和挤压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31A82D-052F-43EF-85B1-9C8185DD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提升计划、信号工、区域禁止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0BC33-8697-4B22-B60F-FBDB90C8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8CB216-28E4-4354-AACA-0C18BEEE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安装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EB60E-7235-4ADA-9471-0826E7E5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从高处坠落，失去稳定性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30B195-0308-4908-A89B-CD11B240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集体防护、结构拉结、安全通道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25CE68-78F8-4ABA-9B37-1E5C8631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单一的一组措施不能涵盖钢筋作业的所有阶段。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5C1131-BE8C-4168-A5C8-8A7AC8B6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1C0F636-C0A2-4FD2-B9D9-9731A31F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4F8A035-8756-4D11-AFD0-4739077D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a28fe681a433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83965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A558D-424B-465B-924B-DEC38978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0E4DAA7-258E-45A0-BA65-19E203F2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每班前检查工具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2A8F3-1ABE-4DF5-8F36-C099E4B7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检查手动工具的手柄、切削刃和操作适用性。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电动工具具有外壳、电缆、开关、防护罩和附件。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设备的调整、清洁和更换均在停电后进行。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停止使用有故障的工具并报告给负责人。</a:t>
            </a:r>
          </a:p>
        </p:txBody>
      </p:sp>
      <p:pic>
        <p:nvPicPr>
          <p:cNvPr id="18" name="VISUAL_02_s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fbe7fb2e041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9BDB8BED-EA69-48B2-BBE4-A29369EC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通过检查和规定的检查而非试验风险来确认适用性。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C54F8-78CF-4327-A893-E14FE37C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B0051030-D529-4CAE-BF15-5BCD62A6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规范：工具安全——第204号命令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49F66DC-9145-4807-A0F8-EF2B2D98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2F6FA5B-9200-4C8C-827B-A4345ECF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86703e2dd4f1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40374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0936A-30B6-4444-A375-52A7FDFE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BFF0ABD-800F-452D-9D09-6EE607B6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高度和升降需要整体协调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9975F-8EFF-4AE9-8FA7-BE138AF1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作业人员登高前，必须先设置安全通道和集体防护措施。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作业人员不得站在吊物下方，也不得身处危险区域用手引导悬吊的钢筋骨架。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指令由指定人员发出；作业开始前应统一通信方式和信号。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工具和小零件应固定，防止坠落。</a:t>
            </a:r>
          </a:p>
        </p:txBody>
      </p:sp>
      <p:pic>
        <p:nvPicPr>
          <p:cNvPr id="18" name="VISUAL_02_s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77fee79f240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75D54858-6DB0-4053-AC67-FB31A950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安装人员和操作人员必须理解相同的顺序和相同的信号。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51BB4-AD97-4405-8D0A-090B0AF9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E1BA4A7B-CE34-4AA9-A4DF-2760FCA3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规范：高处作业——第109号命令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FDCAAF3-F789-4C9A-94DF-10FA1DFE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7473C43-9030-4ED4-93A7-C3F52CF0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8535361824da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7176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12A4F-C847-4673-B59B-9516B19E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A74CD28-85DE-4FBC-A9BF-9EC0F322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突出端立即受到保护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457C2-BCF2-4176-B557-8FB39A91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对危险端头设置防护、标识或按规定加装防护帽。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通道不得穿过钢筋突出端和绑扎丝废料区域。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防止手部割伤，并避免身体处于构件之间的夹挤区域。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搬运长钢筋时应保持安全间距并使用约定指令。</a:t>
            </a:r>
          </a:p>
        </p:txBody>
      </p:sp>
      <p:pic>
        <p:nvPicPr>
          <p:cNvPr id="17" name="VISUAL_02_s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2df51c0984e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864828A4-B00D-4703-95C3-2244A29E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防护帽不能替代可能掉落到钢筋上的防护装置。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EBB38-EEE1-48BF-BC21-8F019C01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29E5C13-B6BB-48EB-A6F2-D137CFF6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BCC59C7-ECDE-40A8-A4B1-930A37A4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1be4399a7407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3976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4E6EF-68CF-4D22-AB6A-F0927349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145F99C-D59D-478A-9286-D2E9AB07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PPE补充技术措施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C1FD6-FA0D-4261-80EF-339134D5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安全帽、防护鞋和工作服应符合现场条件。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切割、打磨、张拉和焊接时必须保护眼睛和面部。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应根据绑扎丝、锋利边缘和所用工具选择手套。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高处作业和焊接应依据风险评估使用专用系统和个体防护装备。</a:t>
            </a:r>
          </a:p>
        </p:txBody>
      </p:sp>
      <p:pic>
        <p:nvPicPr>
          <p:cNvPr id="18" name="VISUAL_02_s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7f281e91549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298D9CEE-FB07-47CC-810C-187D62A9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缺少防护、固定和作业许可时，个体防护装备不能使作业变得安全。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3CA27-4295-4174-A82A-8D2D8A00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46B9B23C-12B1-4C1D-8A2E-504AB3AF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规范：哈萨克斯坦共和国劳动法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6E6904A-6BFB-4AF6-8452-3ED9E4D9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7010A08-4EFD-4972-BFA4-D743724D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bb87a9aae461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40196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3308C-A35E-4CDB-A271-D6F6FA59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D0486D0-2B34-4B90-B92B-FFE6FFE3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条件变化时停止运行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F0061-64AE-4D18-9639-FADAAFF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0DFF8-69AE-4F1C-A9D9-E76EB55A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91C96-487D-440E-B1CE-5F98C5D9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972B7-D187-4F06-854E-9DA29C0A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设计或装配不清楚，材料未识别，或发现差异。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无围栏、稳定支撑、临时连接或安全通道。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工具、固定装置、焊接或起重设备有缺陷。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人们处于危险区域、通讯中断或天气影响安全操作。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55FFB-63BA-44E7-AFBD-EAA6BEF6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停止-围栏-报告-获得许可后恢复。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8FB1C-2ABC-4DB0-B81A-77EB0BFC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142AEB3C-61C5-4C0D-B189-976B0E70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规范：哈萨克斯坦共和国劳动法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A541257-D99B-4331-9C10-1020C8A1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钢筋工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60B8A02-363F-4131-A458-4345D038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44de439904df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70E4E708-0417-457E-AD91-1552BD79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停止</a:t>
            </a:r>
          </a:p>
        </p:txBody>
      </p:sp>
    </p:spTree>
    <p:extLst>
      <p:ext uri="{BB962C8B-B14F-4D97-AF65-F5344CB8AC3E}">
        <p14:creationId xmlns:p14="http://schemas.microsoft.com/office/powerpoint/2010/main" val="159499270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098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ECKLIST_TITLE">
            <a:extLst xmlns:a="http://schemas.openxmlformats.org/drawingml/2006/main">
              <a:ext uri="{FF2B5EF4-FFF2-40B4-BE49-F238E27FC236}">
                <a16:creationId xmlns:a16="http://schemas.microsoft.com/office/drawing/2014/main" id="{8D06159C-C997-48CC-998C-22001C11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钢筋工最终检查表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C83AD-4306-4D30-81F4-F39982C0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D9AAD-2045-4DB6-9DDB-19961958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68A6C-DCA5-4B70-BA37-5463A2A9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设计、材质、顺序清晰。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D6A67-CCB7-439A-9057-9F4D2512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5FAA1-EB6E-4565-9F4D-4FEE3FAE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22C11-1580-4E77-81DF-790E4FBD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工作区域、储存和移动路线安全。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E4A92-6FB1-440E-8CE1-C4511C05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28C2B-3E42-4A9D-8544-7922E5B1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43AEA-8BCD-423D-8E18-2B0E9306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099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工具、设备和固定装置处于良好的工作状态。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23EF1-7C5D-4C1C-ABB9-1E3A4682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A7398-FAFE-4CFB-AB35-80C5F2DA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386EC-D69B-4E98-BA48-0BE37D88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框架稳定，混凝土浇筑前检查连接和位置。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3F6A9-6E44-4B15-997D-C3918C76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AD3E9-E7D7-4FD9-B831-0BA4E9AF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0B70E6-9819-4744-94E5-3F4C25DF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如果出现威胁、故障或不合规，操作将停止。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870D4-C607-4A85-B9E6-0250A5E1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点击“开始测试”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A93A6E-ED8F-411D-810F-9E0A5748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57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更新日期：2026 年 8 月 21 日</a:t>
            </a:r>
          </a:p>
        </p:txBody>
      </p:sp>
      <p:pic>
        <p:nvPicPr>
          <p:cNvPr id="4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1c4ea40cc40b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97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2026-09-01T18:06:09.1530000Z</dcterms:created>
  <dcterms:modified xsi:type="dcterms:W3CDTF">2026-09-01T18:06:09.1530000Z</dcterms:modified>
</coreProperties>
</file>
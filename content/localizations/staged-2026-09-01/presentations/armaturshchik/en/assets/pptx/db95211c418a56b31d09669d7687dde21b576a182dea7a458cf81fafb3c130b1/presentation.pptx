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79cb5d741c4060" /><Relationship Type="http://schemas.openxmlformats.org/officeDocument/2006/relationships/extended-properties" Target="/docProps/app.xml" Id="R90da0b52f4ef45ed" /><Relationship Type="http://schemas.openxmlformats.org/officeDocument/2006/relationships/officeDocument" Target="/ppt/presentation.xml" Id="R9e32aeb719da41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53862036854865"/>
    <p:sldMasterId xmlns:r="http://schemas.openxmlformats.org/officeDocument/2006/relationships" id="2147483650" r:id="R884c7284cd08471d"/>
  </p:sldMasterIdLst>
  <p:notesMasterIdLst>
    <p:notesMasterId xmlns:r="http://schemas.openxmlformats.org/officeDocument/2006/relationships" r:id="R5286aad458374c27"/>
  </p:notesMasterIdLst>
  <p:sldIdLst>
    <p:sldId xmlns:r="http://schemas.openxmlformats.org/officeDocument/2006/relationships" id="256" r:id="R02c09bacdc0f476d"/>
    <p:sldId xmlns:r="http://schemas.openxmlformats.org/officeDocument/2006/relationships" id="257" r:id="Rc67fd51a1ada43ac"/>
    <p:sldId xmlns:r="http://schemas.openxmlformats.org/officeDocument/2006/relationships" id="258" r:id="Rccca7dd57ee74c00"/>
    <p:sldId xmlns:r="http://schemas.openxmlformats.org/officeDocument/2006/relationships" id="259" r:id="Rf9207e47a20f4096"/>
    <p:sldId xmlns:r="http://schemas.openxmlformats.org/officeDocument/2006/relationships" id="260" r:id="Rce8e18bcda604bfa"/>
    <p:sldId xmlns:r="http://schemas.openxmlformats.org/officeDocument/2006/relationships" id="261" r:id="Raae06e39566c483d"/>
    <p:sldId xmlns:r="http://schemas.openxmlformats.org/officeDocument/2006/relationships" id="262" r:id="R8e8f4ca9ad504d9a"/>
    <p:sldId xmlns:r="http://schemas.openxmlformats.org/officeDocument/2006/relationships" id="263" r:id="R763ee835ddf14df6"/>
    <p:sldId xmlns:r="http://schemas.openxmlformats.org/officeDocument/2006/relationships" id="264" r:id="Rb1e9bd86d69d485d"/>
    <p:sldId xmlns:r="http://schemas.openxmlformats.org/officeDocument/2006/relationships" id="265" r:id="R7dfaf09510c949cb"/>
    <p:sldId xmlns:r="http://schemas.openxmlformats.org/officeDocument/2006/relationships" id="266" r:id="R0ef787c00a814214"/>
    <p:sldId xmlns:r="http://schemas.openxmlformats.org/officeDocument/2006/relationships" id="267" r:id="Rfcac4638a9cf4408"/>
    <p:sldId xmlns:r="http://schemas.openxmlformats.org/officeDocument/2006/relationships" id="268" r:id="R6ff7d0c83f414ef4"/>
    <p:sldId xmlns:r="http://schemas.openxmlformats.org/officeDocument/2006/relationships" id="269" r:id="R02c1a6bf65d242c1"/>
    <p:sldId xmlns:r="http://schemas.openxmlformats.org/officeDocument/2006/relationships" id="270" r:id="R733e015f4df54cc8"/>
    <p:sldId xmlns:r="http://schemas.openxmlformats.org/officeDocument/2006/relationships" id="271" r:id="R6ebd639d9bfb45af"/>
    <p:sldId xmlns:r="http://schemas.openxmlformats.org/officeDocument/2006/relationships" id="272" r:id="R37a9e65ee8e54763"/>
    <p:sldId xmlns:r="http://schemas.openxmlformats.org/officeDocument/2006/relationships" id="273" r:id="Re25318b9c78d43c9"/>
    <p:sldId xmlns:r="http://schemas.openxmlformats.org/officeDocument/2006/relationships" id="274" r:id="R32ea3fbfef5648b7"/>
    <p:sldId xmlns:r="http://schemas.openxmlformats.org/officeDocument/2006/relationships" id="275" r:id="Rbe7575cf40c74fd1"/>
    <p:sldId xmlns:r="http://schemas.openxmlformats.org/officeDocument/2006/relationships" id="276" r:id="Rdcb2f485a29a4d49"/>
    <p:sldId xmlns:r="http://schemas.openxmlformats.org/officeDocument/2006/relationships" id="277" r:id="R09a8c57ca3ef4de9"/>
    <p:sldId xmlns:r="http://schemas.openxmlformats.org/officeDocument/2006/relationships" id="278" r:id="Rbce3292108b84b79"/>
    <p:sldId xmlns:r="http://schemas.openxmlformats.org/officeDocument/2006/relationships" id="279" r:id="R483f2da33ced4b79"/>
    <p:sldId xmlns:r="http://schemas.openxmlformats.org/officeDocument/2006/relationships" id="280" r:id="R531e763566f64f63"/>
    <p:sldId xmlns:r="http://schemas.openxmlformats.org/officeDocument/2006/relationships" id="281" r:id="Rb1c374e84fb7494c"/>
    <p:sldId xmlns:r="http://schemas.openxmlformats.org/officeDocument/2006/relationships" id="282" r:id="R373c5b978bb540ff"/>
    <p:sldId xmlns:r="http://schemas.openxmlformats.org/officeDocument/2006/relationships" id="283" r:id="R1e6f084827244565"/>
    <p:sldId xmlns:r="http://schemas.openxmlformats.org/officeDocument/2006/relationships" id="284" r:id="R0ed48adbc07d4bd2"/>
    <p:sldId xmlns:r="http://schemas.openxmlformats.org/officeDocument/2006/relationships" id="285" r:id="R05b608f557ed4e4c"/>
    <p:sldId xmlns:r="http://schemas.openxmlformats.org/officeDocument/2006/relationships" id="286" r:id="Ra0bb1882a8d448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e1bf09de004047" /><Relationship Type="http://schemas.openxmlformats.org/officeDocument/2006/relationships/slideMaster" Target="/ppt/slideMasters/slideMaster1.xml" Id="R8453862036854865" /><Relationship Type="http://schemas.openxmlformats.org/officeDocument/2006/relationships/slideMaster" Target="/ppt/slideMasters/slideMaster2.xml" Id="R884c7284cd08471d" /><Relationship Type="http://schemas.openxmlformats.org/officeDocument/2006/relationships/notesMaster" Target="/ppt/notesMasters/notesMaster1.xml" Id="R5286aad458374c27" /><Relationship Type="http://schemas.openxmlformats.org/officeDocument/2006/relationships/presProps" Target="/ppt/presProps.xml" Id="R06c0099027014b4c" /><Relationship Type="http://schemas.openxmlformats.org/officeDocument/2006/relationships/tableStyles" Target="/ppt/tableStyles.xml" Id="R59adaa1ef5eb4e28" /><Relationship Type="http://schemas.openxmlformats.org/officeDocument/2006/relationships/slide" Target="/ppt/slides/slide1.xml" Id="R02c09bacdc0f476d" /><Relationship Type="http://schemas.openxmlformats.org/officeDocument/2006/relationships/slide" Target="/ppt/slides/slide2.xml" Id="Rc67fd51a1ada43ac" /><Relationship Type="http://schemas.openxmlformats.org/officeDocument/2006/relationships/slide" Target="/ppt/slides/slide3.xml" Id="Rccca7dd57ee74c00" /><Relationship Type="http://schemas.openxmlformats.org/officeDocument/2006/relationships/slide" Target="/ppt/slides/slide4.xml" Id="Rf9207e47a20f4096" /><Relationship Type="http://schemas.openxmlformats.org/officeDocument/2006/relationships/slide" Target="/ppt/slides/slide5.xml" Id="Rce8e18bcda604bfa" /><Relationship Type="http://schemas.openxmlformats.org/officeDocument/2006/relationships/slide" Target="/ppt/slides/slide6.xml" Id="Raae06e39566c483d" /><Relationship Type="http://schemas.openxmlformats.org/officeDocument/2006/relationships/slide" Target="/ppt/slides/slide7.xml" Id="R8e8f4ca9ad504d9a" /><Relationship Type="http://schemas.openxmlformats.org/officeDocument/2006/relationships/slide" Target="/ppt/slides/slide8.xml" Id="R763ee835ddf14df6" /><Relationship Type="http://schemas.openxmlformats.org/officeDocument/2006/relationships/slide" Target="/ppt/slides/slide9.xml" Id="Rb1e9bd86d69d485d" /><Relationship Type="http://schemas.openxmlformats.org/officeDocument/2006/relationships/slide" Target="/ppt/slides/slide10.xml" Id="R7dfaf09510c949cb" /><Relationship Type="http://schemas.openxmlformats.org/officeDocument/2006/relationships/slide" Target="/ppt/slides/slide11.xml" Id="R0ef787c00a814214" /><Relationship Type="http://schemas.openxmlformats.org/officeDocument/2006/relationships/slide" Target="/ppt/slides/slide12.xml" Id="Rfcac4638a9cf4408" /><Relationship Type="http://schemas.openxmlformats.org/officeDocument/2006/relationships/slide" Target="/ppt/slides/slide13.xml" Id="R6ff7d0c83f414ef4" /><Relationship Type="http://schemas.openxmlformats.org/officeDocument/2006/relationships/slide" Target="/ppt/slides/slide14.xml" Id="R02c1a6bf65d242c1" /><Relationship Type="http://schemas.openxmlformats.org/officeDocument/2006/relationships/slide" Target="/ppt/slides/slide15.xml" Id="R733e015f4df54cc8" /><Relationship Type="http://schemas.openxmlformats.org/officeDocument/2006/relationships/slide" Target="/ppt/slides/slide16.xml" Id="R6ebd639d9bfb45af" /><Relationship Type="http://schemas.openxmlformats.org/officeDocument/2006/relationships/slide" Target="/ppt/slides/slide17.xml" Id="R37a9e65ee8e54763" /><Relationship Type="http://schemas.openxmlformats.org/officeDocument/2006/relationships/slide" Target="/ppt/slides/slide18.xml" Id="Re25318b9c78d43c9" /><Relationship Type="http://schemas.openxmlformats.org/officeDocument/2006/relationships/slide" Target="/ppt/slides/slide19.xml" Id="R32ea3fbfef5648b7" /><Relationship Type="http://schemas.openxmlformats.org/officeDocument/2006/relationships/slide" Target="/ppt/slides/slide20.xml" Id="Rbe7575cf40c74fd1" /><Relationship Type="http://schemas.openxmlformats.org/officeDocument/2006/relationships/slide" Target="/ppt/slides/slide21.xml" Id="Rdcb2f485a29a4d49" /><Relationship Type="http://schemas.openxmlformats.org/officeDocument/2006/relationships/slide" Target="/ppt/slides/slide22.xml" Id="R09a8c57ca3ef4de9" /><Relationship Type="http://schemas.openxmlformats.org/officeDocument/2006/relationships/slide" Target="/ppt/slides/slide23.xml" Id="Rbce3292108b84b79" /><Relationship Type="http://schemas.openxmlformats.org/officeDocument/2006/relationships/slide" Target="/ppt/slides/slide24.xml" Id="R483f2da33ced4b79" /><Relationship Type="http://schemas.openxmlformats.org/officeDocument/2006/relationships/slide" Target="/ppt/slides/slide25.xml" Id="R531e763566f64f63" /><Relationship Type="http://schemas.openxmlformats.org/officeDocument/2006/relationships/slide" Target="/ppt/slides/slide26.xml" Id="Rb1c374e84fb7494c" /><Relationship Type="http://schemas.openxmlformats.org/officeDocument/2006/relationships/slide" Target="/ppt/slides/slide27.xml" Id="R373c5b978bb540ff" /><Relationship Type="http://schemas.openxmlformats.org/officeDocument/2006/relationships/slide" Target="/ppt/slides/slide28.xml" Id="R1e6f084827244565" /><Relationship Type="http://schemas.openxmlformats.org/officeDocument/2006/relationships/slide" Target="/ppt/slides/slide29.xml" Id="R0ed48adbc07d4bd2" /><Relationship Type="http://schemas.openxmlformats.org/officeDocument/2006/relationships/slide" Target="/ppt/slides/slide30.xml" Id="R05b608f557ed4e4c" /><Relationship Type="http://schemas.openxmlformats.org/officeDocument/2006/relationships/slide" Target="/ppt/slides/slide31.xml" Id="Ra0bb1882a8d448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7bf8beedfc554b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a3e72b278747bd" /><Relationship Type="http://schemas.openxmlformats.org/officeDocument/2006/relationships/notesMaster" Target="/ppt/notesMasters/notesMaster1.xml" Id="Ra65dd898e13143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def57d04854f07" /><Relationship Type="http://schemas.openxmlformats.org/officeDocument/2006/relationships/notesMaster" Target="/ppt/notesMasters/notesMaster1.xml" Id="Rfa424c5ef63e45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46dd7de01e41c9" /><Relationship Type="http://schemas.openxmlformats.org/officeDocument/2006/relationships/notesMaster" Target="/ppt/notesMasters/notesMaster1.xml" Id="R8601e00d9d7f45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d92cb426fb4fdf" /><Relationship Type="http://schemas.openxmlformats.org/officeDocument/2006/relationships/notesMaster" Target="/ppt/notesMasters/notesMaster1.xml" Id="R3b25bd6afcb045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16938cc7de4259" /><Relationship Type="http://schemas.openxmlformats.org/officeDocument/2006/relationships/notesMaster" Target="/ppt/notesMasters/notesMaster1.xml" Id="Ra247a7c9f6a846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0ae70950174e61" /><Relationship Type="http://schemas.openxmlformats.org/officeDocument/2006/relationships/notesMaster" Target="/ppt/notesMasters/notesMaster1.xml" Id="Raa64d8fe201d45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b016821814419c" /><Relationship Type="http://schemas.openxmlformats.org/officeDocument/2006/relationships/notesMaster" Target="/ppt/notesMasters/notesMaster1.xml" Id="R45aa8d6a40584c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88e07cc56c4827" /><Relationship Type="http://schemas.openxmlformats.org/officeDocument/2006/relationships/notesMaster" Target="/ppt/notesMasters/notesMaster1.xml" Id="Re26028e6419c40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2f42536f5540be" /><Relationship Type="http://schemas.openxmlformats.org/officeDocument/2006/relationships/notesMaster" Target="/ppt/notesMasters/notesMaster1.xml" Id="R30450637d49142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ec6197413140a3" /><Relationship Type="http://schemas.openxmlformats.org/officeDocument/2006/relationships/notesMaster" Target="/ppt/notesMasters/notesMaster1.xml" Id="R2ae4335b4ffc46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80c3025f8544a5" /><Relationship Type="http://schemas.openxmlformats.org/officeDocument/2006/relationships/notesMaster" Target="/ppt/notesMasters/notesMaster1.xml" Id="R4f76cdc4237e44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159231070d47d3" /><Relationship Type="http://schemas.openxmlformats.org/officeDocument/2006/relationships/notesMaster" Target="/ppt/notesMasters/notesMaster1.xml" Id="R5380f27d5e164d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cc2498cdda409b" /><Relationship Type="http://schemas.openxmlformats.org/officeDocument/2006/relationships/notesMaster" Target="/ppt/notesMasters/notesMaster1.xml" Id="R4548d8f48b7b40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940915d1614d35" /><Relationship Type="http://schemas.openxmlformats.org/officeDocument/2006/relationships/notesMaster" Target="/ppt/notesMasters/notesMaster1.xml" Id="Rb54bc05264304f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c506f8d8544f11" /><Relationship Type="http://schemas.openxmlformats.org/officeDocument/2006/relationships/notesMaster" Target="/ppt/notesMasters/notesMaster1.xml" Id="Rb0198c5e774440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d393804fe84759" /><Relationship Type="http://schemas.openxmlformats.org/officeDocument/2006/relationships/notesMaster" Target="/ppt/notesMasters/notesMaster1.xml" Id="R561264a8ec83415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1f4af48316b4d96" /><Relationship Type="http://schemas.openxmlformats.org/officeDocument/2006/relationships/notesMaster" Target="/ppt/notesMasters/notesMaster1.xml" Id="R386e17149769481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0cc8f90ffe043c9" /><Relationship Type="http://schemas.openxmlformats.org/officeDocument/2006/relationships/notesMaster" Target="/ppt/notesMasters/notesMaster1.xml" Id="R3e208002955d4d6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475ad21e9264a42" /><Relationship Type="http://schemas.openxmlformats.org/officeDocument/2006/relationships/notesMaster" Target="/ppt/notesMasters/notesMaster1.xml" Id="R807d8da363ec4a8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9c9d9fc35ee42d8" /><Relationship Type="http://schemas.openxmlformats.org/officeDocument/2006/relationships/notesMaster" Target="/ppt/notesMasters/notesMaster1.xml" Id="Rb9d3bd48edc4417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835f7b72bb34dd7" /><Relationship Type="http://schemas.openxmlformats.org/officeDocument/2006/relationships/notesMaster" Target="/ppt/notesMasters/notesMaster1.xml" Id="R645f8b7aa38b499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f71e7f7689f48fd" /><Relationship Type="http://schemas.openxmlformats.org/officeDocument/2006/relationships/notesMaster" Target="/ppt/notesMasters/notesMaster1.xml" Id="R9c0a0ef3385d4da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9061d454b48412c" /><Relationship Type="http://schemas.openxmlformats.org/officeDocument/2006/relationships/notesMaster" Target="/ppt/notesMasters/notesMaster1.xml" Id="Rec299118499a47e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e84e457ae574031" /><Relationship Type="http://schemas.openxmlformats.org/officeDocument/2006/relationships/notesMaster" Target="/ppt/notesMasters/notesMaster1.xml" Id="R53acde96eed5402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cf20e8339e94be6" /><Relationship Type="http://schemas.openxmlformats.org/officeDocument/2006/relationships/notesMaster" Target="/ppt/notesMasters/notesMaster1.xml" Id="R0af91acfcc334f6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5816d6b51a44609" /><Relationship Type="http://schemas.openxmlformats.org/officeDocument/2006/relationships/notesMaster" Target="/ppt/notesMasters/notesMaster1.xml" Id="R3db3d4ec886447a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05b9b1f7b4a4741" /><Relationship Type="http://schemas.openxmlformats.org/officeDocument/2006/relationships/notesMaster" Target="/ppt/notesMasters/notesMaster1.xml" Id="R101ca1376307434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aacda735d7b4fa3" /><Relationship Type="http://schemas.openxmlformats.org/officeDocument/2006/relationships/notesMaster" Target="/ppt/notesMasters/notesMaster1.xml" Id="R489557d744774bc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827219e60b84ab1" /><Relationship Type="http://schemas.openxmlformats.org/officeDocument/2006/relationships/notesMaster" Target="/ppt/notesMasters/notesMaster1.xml" Id="R2ed344ec50c74a7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f830a45e8ce4439" /><Relationship Type="http://schemas.openxmlformats.org/officeDocument/2006/relationships/notesMaster" Target="/ppt/notesMasters/notesMaster1.xml" Id="R561b099f7313458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6747c3974ac4347" /><Relationship Type="http://schemas.openxmlformats.org/officeDocument/2006/relationships/notesMaster" Target="/ppt/notesMasters/notesMaster1.xml" Id="Rf8d7d5895e2949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EN text map: content/localizations/staged-2026-09-01/presentations/armaturshchik/en/text-map.json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7cb74f3d8b4f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de6ee178ea442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ca8e7d92e7423f" /><Relationship Type="http://schemas.openxmlformats.org/officeDocument/2006/relationships/slideLayout" Target="/ppt/slideLayouts/slideLayout1.xml" Id="R344a6e76a4e3435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cde34c7bf3d4068" /><Relationship Type="http://schemas.openxmlformats.org/officeDocument/2006/relationships/slideLayout" Target="/ppt/slideLayouts/slideLayout2.xml" Id="R4822adddaa2741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4a6e76a4e343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Work Safety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4822adddaa2741dd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68bd907acb48e5" /><Relationship Type="http://schemas.openxmlformats.org/officeDocument/2006/relationships/image" Target="/ppt/media/image.jpeg" Id="R155b11c4f2cf4ad0" /><Relationship Type="http://schemas.openxmlformats.org/officeDocument/2006/relationships/image" Target="/ppt/media/image.png" Id="R4ac2acd906874981" /><Relationship Type="http://schemas.openxmlformats.org/officeDocument/2006/relationships/notesSlide" Target="/ppt/notesSlides/notesSlide1.xml" Id="R5f40a10bae7842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d65343836948a8" /><Relationship Type="http://schemas.openxmlformats.org/officeDocument/2006/relationships/image" Target="/ppt/media/image2.png" Id="Rf7e65e2c8a5f4e39" /><Relationship Type="http://schemas.openxmlformats.org/officeDocument/2006/relationships/notesSlide" Target="/ppt/notesSlides/notesSlide2.xml" Id="Re6991eeeaf974c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053b3a587e4457" /><Relationship Type="http://schemas.openxmlformats.org/officeDocument/2006/relationships/image" Target="/ppt/media/image3.png" Id="R333c449aa3c2470f" /><Relationship Type="http://schemas.openxmlformats.org/officeDocument/2006/relationships/notesSlide" Target="/ppt/notesSlides/notesSlide3.xml" Id="Rd24a87ceb09340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00347755354478" /><Relationship Type="http://schemas.openxmlformats.org/officeDocument/2006/relationships/image" Target="/ppt/media/image2.jpeg" Id="R0da0c49265844ad2" /><Relationship Type="http://schemas.openxmlformats.org/officeDocument/2006/relationships/image" Target="/ppt/media/image4.png" Id="R0cdbce8c49ae4edb" /><Relationship Type="http://schemas.openxmlformats.org/officeDocument/2006/relationships/notesSlide" Target="/ppt/notesSlides/notesSlide4.xml" Id="R9eb7eca72b7a45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2a96d783a145dc" /><Relationship Type="http://schemas.openxmlformats.org/officeDocument/2006/relationships/image" Target="/ppt/media/image5.png" Id="R38859a3077604546" /><Relationship Type="http://schemas.openxmlformats.org/officeDocument/2006/relationships/notesSlide" Target="/ppt/notesSlides/notesSlide5.xml" Id="Rae8d68cbb9ed4d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7598234cac40bf" /><Relationship Type="http://schemas.openxmlformats.org/officeDocument/2006/relationships/image" Target="/ppt/media/image6.png" Id="Rffefb9a2e57743d3" /><Relationship Type="http://schemas.openxmlformats.org/officeDocument/2006/relationships/notesSlide" Target="/ppt/notesSlides/notesSlide6.xml" Id="Rc034fb3225c54f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be665e411940b5" /><Relationship Type="http://schemas.openxmlformats.org/officeDocument/2006/relationships/image" Target="/ppt/media/image3.jpeg" Id="Rf7883dd1bdec4ed0" /><Relationship Type="http://schemas.openxmlformats.org/officeDocument/2006/relationships/image" Target="/ppt/media/image7.png" Id="R9972e4f225fa4709" /><Relationship Type="http://schemas.openxmlformats.org/officeDocument/2006/relationships/notesSlide" Target="/ppt/notesSlides/notesSlide7.xml" Id="Rb5c48912d5fc44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b4cc69d86147ec" /><Relationship Type="http://schemas.openxmlformats.org/officeDocument/2006/relationships/image" Target="/ppt/media/image4.jpeg" Id="R632780f8d2144848" /><Relationship Type="http://schemas.openxmlformats.org/officeDocument/2006/relationships/image" Target="/ppt/media/image8.png" Id="R6aa9c9cfcbcb4ea3" /><Relationship Type="http://schemas.openxmlformats.org/officeDocument/2006/relationships/notesSlide" Target="/ppt/notesSlides/notesSlide8.xml" Id="R45bf26cb4f994b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c2002bbfe546fb" /><Relationship Type="http://schemas.openxmlformats.org/officeDocument/2006/relationships/image" Target="/ppt/media/image5.jpeg" Id="R233b5b90b2a641dc" /><Relationship Type="http://schemas.openxmlformats.org/officeDocument/2006/relationships/image" Target="/ppt/media/image9.png" Id="Rf8aff048c3e84446" /><Relationship Type="http://schemas.openxmlformats.org/officeDocument/2006/relationships/notesSlide" Target="/ppt/notesSlides/notesSlide9.xml" Id="R565a9a3e0c7e48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11e05a22154abd" /><Relationship Type="http://schemas.openxmlformats.org/officeDocument/2006/relationships/image" Target="/ppt/media/image6.jpeg" Id="R554a988f88734e6f" /><Relationship Type="http://schemas.openxmlformats.org/officeDocument/2006/relationships/image" Target="/ppt/media/image10.png" Id="R730cb59ebe6c432d" /><Relationship Type="http://schemas.openxmlformats.org/officeDocument/2006/relationships/notesSlide" Target="/ppt/notesSlides/notesSlide10.xml" Id="Rdddf17b2e5724a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cabb113d5743c3" /><Relationship Type="http://schemas.openxmlformats.org/officeDocument/2006/relationships/image" Target="/ppt/media/image11.png" Id="R4b490a7d6b664818" /><Relationship Type="http://schemas.openxmlformats.org/officeDocument/2006/relationships/notesSlide" Target="/ppt/notesSlides/notesSlide11.xml" Id="Raa3da622d23349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134fda01a34a59" /><Relationship Type="http://schemas.openxmlformats.org/officeDocument/2006/relationships/image" Target="/ppt/media/image7.jpeg" Id="Rf1883d40a07e49c2" /><Relationship Type="http://schemas.openxmlformats.org/officeDocument/2006/relationships/image" Target="/ppt/media/image12.png" Id="Ra63d72d5ca294f31" /><Relationship Type="http://schemas.openxmlformats.org/officeDocument/2006/relationships/notesSlide" Target="/ppt/notesSlides/notesSlide12.xml" Id="R3042ed56682c49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2979f147df438d" /><Relationship Type="http://schemas.openxmlformats.org/officeDocument/2006/relationships/image" Target="/ppt/media/image8.jpeg" Id="Rc7649baf89ce40f5" /><Relationship Type="http://schemas.openxmlformats.org/officeDocument/2006/relationships/image" Target="/ppt/media/image13.png" Id="R8a72e48ba63a4acc" /><Relationship Type="http://schemas.openxmlformats.org/officeDocument/2006/relationships/notesSlide" Target="/ppt/notesSlides/notesSlide13.xml" Id="Rf5fd9d7164964f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d0661ef90a427c" /><Relationship Type="http://schemas.openxmlformats.org/officeDocument/2006/relationships/image" Target="/ppt/media/image14.png" Id="R4bbe32e8125c4ee5" /><Relationship Type="http://schemas.openxmlformats.org/officeDocument/2006/relationships/notesSlide" Target="/ppt/notesSlides/notesSlide14.xml" Id="R5ed9c5ea027a43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6244e9dcab4991" /><Relationship Type="http://schemas.openxmlformats.org/officeDocument/2006/relationships/image" Target="/ppt/media/image9.jpeg" Id="Rdbea105fae0642ae" /><Relationship Type="http://schemas.openxmlformats.org/officeDocument/2006/relationships/image" Target="/ppt/media/image15.png" Id="Rfe8269bcb0ff47c2" /><Relationship Type="http://schemas.openxmlformats.org/officeDocument/2006/relationships/notesSlide" Target="/ppt/notesSlides/notesSlide15.xml" Id="Rc82597a53e0a478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f3c88e690a4c29" /><Relationship Type="http://schemas.openxmlformats.org/officeDocument/2006/relationships/image" Target="/ppt/media/image16.png" Id="R4db9a9bb911541e6" /><Relationship Type="http://schemas.openxmlformats.org/officeDocument/2006/relationships/notesSlide" Target="/ppt/notesSlides/notesSlide16.xml" Id="R4205dcaa098c45d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be319391ee4ceb" /><Relationship Type="http://schemas.openxmlformats.org/officeDocument/2006/relationships/image" Target="/ppt/media/image10.jpeg" Id="R7183d9ecee0f40dc" /><Relationship Type="http://schemas.openxmlformats.org/officeDocument/2006/relationships/image" Target="/ppt/media/image17.png" Id="Rbcd28e55bf4a4946" /><Relationship Type="http://schemas.openxmlformats.org/officeDocument/2006/relationships/notesSlide" Target="/ppt/notesSlides/notesSlide17.xml" Id="R8b4c29c5b0a14b0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a40210225c45d0" /><Relationship Type="http://schemas.openxmlformats.org/officeDocument/2006/relationships/image" Target="/ppt/media/image11.jpeg" Id="R8dfb6f1b9e9a405a" /><Relationship Type="http://schemas.openxmlformats.org/officeDocument/2006/relationships/image" Target="/ppt/media/image18.png" Id="R06309e9573a44c45" /><Relationship Type="http://schemas.openxmlformats.org/officeDocument/2006/relationships/notesSlide" Target="/ppt/notesSlides/notesSlide18.xml" Id="R04089a92bfee41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ae1d1f6a684812" /><Relationship Type="http://schemas.openxmlformats.org/officeDocument/2006/relationships/image" Target="/ppt/media/image12.jpeg" Id="Rd2f27ac94650441e" /><Relationship Type="http://schemas.openxmlformats.org/officeDocument/2006/relationships/image" Target="/ppt/media/image19.png" Id="R358cf9d63f804c38" /><Relationship Type="http://schemas.openxmlformats.org/officeDocument/2006/relationships/notesSlide" Target="/ppt/notesSlides/notesSlide19.xml" Id="R342be9b72d0f41d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da993ad7304159" /><Relationship Type="http://schemas.openxmlformats.org/officeDocument/2006/relationships/image" Target="/ppt/media/image20.png" Id="R90670d26ff004d59" /><Relationship Type="http://schemas.openxmlformats.org/officeDocument/2006/relationships/notesSlide" Target="/ppt/notesSlides/notesSlide20.xml" Id="R2d16d9ae8842475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0a10a46fdc4f26" /><Relationship Type="http://schemas.openxmlformats.org/officeDocument/2006/relationships/image" Target="/ppt/media/image13.jpeg" Id="R5e96a3bad4844371" /><Relationship Type="http://schemas.openxmlformats.org/officeDocument/2006/relationships/image" Target="/ppt/media/image21.png" Id="R49b329e9c7c74709" /><Relationship Type="http://schemas.openxmlformats.org/officeDocument/2006/relationships/notesSlide" Target="/ppt/notesSlides/notesSlide21.xml" Id="R6dcd1218ccc44a7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cb7f5876c14feb" /><Relationship Type="http://schemas.openxmlformats.org/officeDocument/2006/relationships/image" Target="/ppt/media/image14.jpeg" Id="Re24e79dfb8d54855" /><Relationship Type="http://schemas.openxmlformats.org/officeDocument/2006/relationships/image" Target="/ppt/media/image22.png" Id="Rf358651f3b4c40f7" /><Relationship Type="http://schemas.openxmlformats.org/officeDocument/2006/relationships/notesSlide" Target="/ppt/notesSlides/notesSlide22.xml" Id="Reebdbe6baf524c2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6474dd77db48a9" /><Relationship Type="http://schemas.openxmlformats.org/officeDocument/2006/relationships/image" Target="/ppt/media/image23.png" Id="R4e68883196554561" /><Relationship Type="http://schemas.openxmlformats.org/officeDocument/2006/relationships/notesSlide" Target="/ppt/notesSlides/notesSlide23.xml" Id="R6a751ff8d24c417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fa66915d1f4a3d" /><Relationship Type="http://schemas.openxmlformats.org/officeDocument/2006/relationships/image" Target="/ppt/media/image24.png" Id="R94dd183b802a46d5" /><Relationship Type="http://schemas.openxmlformats.org/officeDocument/2006/relationships/notesSlide" Target="/ppt/notesSlides/notesSlide24.xml" Id="R8fc4bee4285f42a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5048942a384cb0" /><Relationship Type="http://schemas.openxmlformats.org/officeDocument/2006/relationships/image" Target="/ppt/media/image25.png" Id="R429236de3ef944d6" /><Relationship Type="http://schemas.openxmlformats.org/officeDocument/2006/relationships/notesSlide" Target="/ppt/notesSlides/notesSlide25.xml" Id="Rb2e0e42a9530441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778d534d60461f" /><Relationship Type="http://schemas.openxmlformats.org/officeDocument/2006/relationships/image" Target="/ppt/media/image15.jpeg" Id="Rc544c6bd1f7e4b78" /><Relationship Type="http://schemas.openxmlformats.org/officeDocument/2006/relationships/image" Target="/ppt/media/image26.png" Id="R4842823c3e5145fd" /><Relationship Type="http://schemas.openxmlformats.org/officeDocument/2006/relationships/notesSlide" Target="/ppt/notesSlides/notesSlide26.xml" Id="Rf19331b3164e408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40dd7313ff4c38" /><Relationship Type="http://schemas.openxmlformats.org/officeDocument/2006/relationships/image" Target="/ppt/media/image16.jpeg" Id="Rd9290c4de68548d5" /><Relationship Type="http://schemas.openxmlformats.org/officeDocument/2006/relationships/image" Target="/ppt/media/image27.png" Id="Rff56b43036fd408a" /><Relationship Type="http://schemas.openxmlformats.org/officeDocument/2006/relationships/notesSlide" Target="/ppt/notesSlides/notesSlide27.xml" Id="R55ad68c5236e4d0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e8ed00081444d9" /><Relationship Type="http://schemas.openxmlformats.org/officeDocument/2006/relationships/image" Target="/ppt/media/image17.jpeg" Id="R97a671316f25453b" /><Relationship Type="http://schemas.openxmlformats.org/officeDocument/2006/relationships/image" Target="/ppt/media/image28.png" Id="Ra0166ec3b3ae498d" /><Relationship Type="http://schemas.openxmlformats.org/officeDocument/2006/relationships/notesSlide" Target="/ppt/notesSlides/notesSlide28.xml" Id="R45a23557e17c490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a669f0bd074b6d" /><Relationship Type="http://schemas.openxmlformats.org/officeDocument/2006/relationships/image" Target="/ppt/media/image18.jpeg" Id="R7a7adff5aa8e4414" /><Relationship Type="http://schemas.openxmlformats.org/officeDocument/2006/relationships/image" Target="/ppt/media/image29.png" Id="R54c301c6d7b140ed" /><Relationship Type="http://schemas.openxmlformats.org/officeDocument/2006/relationships/notesSlide" Target="/ppt/notesSlides/notesSlide29.xml" Id="R500a89ab5f7d4d7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c371d2eb1241ad" /><Relationship Type="http://schemas.openxmlformats.org/officeDocument/2006/relationships/image" Target="/ppt/media/image30.png" Id="Rdd6421b45ebc44ec" /><Relationship Type="http://schemas.openxmlformats.org/officeDocument/2006/relationships/notesSlide" Target="/ppt/notesSlides/notesSlide30.xml" Id="R7adef440b1484bc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51567534784c39" /><Relationship Type="http://schemas.openxmlformats.org/officeDocument/2006/relationships/image" Target="/ppt/media/image31.png" Id="R98d59295d23e4dc4" /><Relationship Type="http://schemas.openxmlformats.org/officeDocument/2006/relationships/notesSlide" Target="/ppt/notesSlides/notesSlide31.xml" Id="R25be6e3646e646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C0357-5236-410E-B5B0-CB653A42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VISUAL_02_s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5b11c4f2cf4a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24750" y="1104900"/>
            <a:ext cx="4095750" cy="47625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05A4C-D100-460C-9827-5434BBBB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049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_KICKER">
            <a:extLst xmlns:a="http://schemas.openxmlformats.org/drawingml/2006/main">
              <a:ext uri="{FF2B5EF4-FFF2-40B4-BE49-F238E27FC236}">
                <a16:creationId xmlns:a16="http://schemas.microsoft.com/office/drawing/2014/main" id="{D53F21A1-2F8C-435D-A8B2-4188473F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TRAINING COURSE</a:t>
            </a:r>
          </a:p>
        </p:txBody>
      </p:sp>
      <p:sp>
        <p:nvSpPr>
          <p:cNvPr id="5" name="DECK_TITLE">
            <a:extLst xmlns:a="http://schemas.openxmlformats.org/drawingml/2006/main">
              <a:ext uri="{FF2B5EF4-FFF2-40B4-BE49-F238E27FC236}">
                <a16:creationId xmlns:a16="http://schemas.microsoft.com/office/drawing/2014/main" id="{2E2EE2C6-6BF8-4C37-B454-A6416022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65ACF-CAAF-434E-B22B-743E5CEE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K_SUBTITLE">
            <a:extLst xmlns:a="http://schemas.openxmlformats.org/drawingml/2006/main">
              <a:ext uri="{FF2B5EF4-FFF2-40B4-BE49-F238E27FC236}">
                <a16:creationId xmlns:a16="http://schemas.microsoft.com/office/drawing/2014/main" id="{3A9719E9-CB1B-47CA-8791-938CBDB7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5D625F"/>
                </a:solidFill>
                <a:latin typeface="Arial"/>
                <a:ea typeface="Arial"/>
                <a:cs typeface="Arial"/>
              </a:rPr>
              <a:t>Technology, quality and safe performance of reinforcement work</a:t>
            </a:r>
          </a:p>
        </p:txBody>
      </p:sp>
      <p:sp>
        <p:nvSpPr>
          <p:cNvPr id="8" name="DECK_AUDIENCE">
            <a:extLst xmlns:a="http://schemas.openxmlformats.org/drawingml/2006/main">
              <a:ext uri="{FF2B5EF4-FFF2-40B4-BE49-F238E27FC236}">
                <a16:creationId xmlns:a16="http://schemas.microsoft.com/office/drawing/2014/main" id="{3553A45A-7A2A-41B2-9451-EA55C985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25F"/>
                </a:solidFill>
                <a:latin typeface="Arial"/>
                <a:ea typeface="Arial"/>
                <a:cs typeface="Arial"/>
              </a:rPr>
              <a:t>Training course for workers and line personnel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D2445-6DB4-469B-B390-28906465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215B88B-19A7-4D68-AC62-4FA4195D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AFE8735-1E0B-4B5A-BCFF-FFA7123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2acd90687498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690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587DF6-8372-447B-809C-BA138A36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5F7721F-5C28-496B-A7DE-0DC80410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After the course worker will be able to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06753266-04A9-437C-9F60-769383C2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0FEEF-1C8D-4230-9421-4B464052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D25142DC-EC74-4D0B-A848-320C4179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Prepare material, tools and work area according to the project and assignment.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934DA8A0-E93E-4E2B-82B2-32C378B8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19EEB-5A53-408B-B03F-E6DEF9D6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DB87B45A-B020-4027-A70D-59475D5C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Safely straighten, cut, bend and tie reinforcement and assemble the rebar frame.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B5985B86-6107-4E91-8F09-6639761A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8B10D-5185-4E93-A2D9-0685C8AA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BB4F5B62-EC69-4CBD-971A-39D70069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Distinguish between connection methods and do not replace the design solution.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F19A4199-EF70-445A-9043-DADF8810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F8C38-263F-4544-87F7-079C54AF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E8F25FCA-15F8-4333-946E-F379C42C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quality, recognize hazardous condition and stop operation.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DEDB0-DDC4-42F6-8900-F96A9259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BE5DF-F3F0-4C38-A6BB-2608054A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B408602-F59E-48AE-9AC0-B2B6D990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71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reinforcement steel works in the structure only with precise position and reliable connection.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BDCFB8-A122-40DE-8B07-16D1444A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A6768B7-7A90-4CF0-97FA-B248B293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2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1844978-4573-4096-B402-A06FAAFE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65e2c8a5f4e3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599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1A3AA8-6182-4F30-B756-683CD6B0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1F9DACD-C984-462F-BED4-6BBD90F6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Course logic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2D56CFB6-BC26-452D-BB62-89ED6D63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3DBEB-2635-4D84-A274-D00E4EA9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01B7F3B4-A814-4AC0-BBC9-40F0D12D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Materials, design and preparation.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6A3659E1-D4CF-44FD-B01C-3F57C10D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21BA3-750F-4D17-B654-489F96EC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0D7624C9-3D79-43B8-8853-5AB5D43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52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Technological sequence.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E9FA4B90-4772-49E7-8CBB-8EA6068E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7A04C-7337-4881-B040-3C0EAC1B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6A1E9526-A696-4A98-B50F-8072135D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Connections and installation of the frame.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48C5A4D6-8765-48FE-97AF-D9ECAAE6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471A9-91E2-4ED7-B976-BECF11CC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271F0722-4F0D-4B20-AA55-FA5ADEC5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Quality control and typical defects.</a:t>
            </a:r>
          </a:p>
        </p:txBody>
      </p:sp>
      <p:sp>
        <p:nvSpPr>
          <p:cNvPr id="15" name="LIST_NUMBER_5">
            <a:extLst xmlns:a="http://schemas.openxmlformats.org/drawingml/2006/main">
              <a:ext uri="{FF2B5EF4-FFF2-40B4-BE49-F238E27FC236}">
                <a16:creationId xmlns:a16="http://schemas.microsoft.com/office/drawing/2014/main" id="{F6B62691-5C08-4E53-B0E3-46AB98E9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C381A-60E7-4CE5-BEA1-D0488678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7" name="LIST_ITEM_5">
            <a:extLst xmlns:a="http://schemas.openxmlformats.org/drawingml/2006/main">
              <a:ext uri="{FF2B5EF4-FFF2-40B4-BE49-F238E27FC236}">
                <a16:creationId xmlns:a16="http://schemas.microsoft.com/office/drawing/2014/main" id="{34A8A596-0E2F-4898-96D2-A2EF8857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Risks, PPE and stopping conditions.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D84487-87EC-417A-BEAE-B4868147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29527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C89EA-1FCF-4AE9-904A-A95C90E8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COURSE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DFB96C-BFBD-4724-84DD-F89FADE6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D625F"/>
                </a:solidFill>
                <a:latin typeface="Arial"/>
                <a:ea typeface="Arial"/>
                <a:cs typeface="Arial"/>
              </a:rPr>
              <a:t>semantic blocks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15E8F7-91E0-4A0E-B60C-44193D92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A7CA4CF-6FBE-49EA-89E0-21BB3435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2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543B9FB-3A55-4E96-A458-8E28665A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c449aa3c2470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29" name="AGENDA_COUNT_CIRCLE">
            <a:extLst xmlns:a="http://schemas.openxmlformats.org/drawingml/2006/main">
              <a:ext uri="{FF2B5EF4-FFF2-40B4-BE49-F238E27FC236}">
                <a16:creationId xmlns:a16="http://schemas.microsoft.com/office/drawing/2014/main" id="{0CFC697B-442A-4C80-BB0F-4DFB8D4E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861699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37FAF-7E92-4E9A-ADC7-D6A19730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2_s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0c49265844a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08821389-2DFD-4CDD-ADC4-EE329522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5BB48-1E87-40C9-B2F3-F9809151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BC38C373-BA70-4712-940C-3231FE7B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Task, material and preparation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C8A4101D-9671-4171-8DCE-7113E1E0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Before processing, you need to understand the project, organize movement and exclude unauthorized substitutions.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00B66-0DAF-45DE-9E57-5E398643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4CEB7BE-3965-4A1D-A69F-96891E2C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823C054-D865-492B-87E9-A72F664F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bce8c49ae4ed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859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4B633-FDAF-4655-8709-F5DB58F7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C6D88A7-5526-4A22-82A6-549787BF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Rebar Forms the Load-Bearing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8FF12-CAF6-458E-85DA-60EDDB12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rebar worker prepares, assembles and installs reinforcement elements for reinforced-concrete structures.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work follows specified dimensions, reinforcing-bar positions, connections and concrete cover.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Diameter, spacing, shape or connection method may be changed only under an approved design decision.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Frame readiness is confirmed by inspection before concreting.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58B10-093C-4393-A51D-458EEF70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443C2-FA08-42A1-826B-93C3A8A2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0FE69C3-9653-489C-821F-FF32CE85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An error hidden after concreting must be identified in advance.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2390B-BBBC-4DBB-8130-1B8D9F6F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737D1D8-9129-4E09-8A0D-C1A3E558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612DDD1-7D76-4DBD-8009-59E7E960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59a307760454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599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1E8DE-ED94-4E49-93D4-462D51EA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E8E9DF8-F75D-4668-BE33-08F10131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813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complexity of the work increases with the rank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9DFDD-EA2B-4D0B-9868-F3FEB344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Grades 2–3: basic preparation, straightening, cutting, reinforcement tying and assistance with assembly.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Grades 4–5: complex frames, installation, connections and reading work drawings.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Grades 6–7: particularly complex spatial frames and critical structures.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actual assignment depends on qualifications, authorization and the site-specific method.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77158-24A8-4BFB-9684-E09EF39A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55C95-D147-4F6B-880F-1970FC7B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AAACD16-D615-42CF-8095-227713F5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rank confirms competence, but does not replace the project and safety briefing.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CD6DC-4CEB-40FD-8281-2C3F1C35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F224BFF-2191-48BE-B6C9-9112551B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2E17123-8076-4190-97B6-0B0F239A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fb9a2e57743d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6186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E9B77-C9D4-44CB-A878-CA45F7E4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7408D4B-18AD-4F46-9F70-359EECEF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Material is identified before 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2B660-41F7-47A6-8A87-5F2C0703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Check the batch marking, diameter, profile, surface condition and delivery documents.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Store reinforcing bars, mesh, tying wire, spacers and connectors separately and stably.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Record severe corrosion, contamination, deformation and nonconformity with the design before work.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 not use an unapproved material substitution.</a:t>
            </a:r>
          </a:p>
        </p:txBody>
      </p:sp>
      <p:pic>
        <p:nvPicPr>
          <p:cNvPr id="17" name="VISUAL_02_s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83dd1bdec4e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EFC6BD82-B586-480C-9701-1A2E9D46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reinforcement grade and diameter are determined by the design, not by what is available in stock.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46AEB-A63B-411B-BDDC-0B21816B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773D7E6-4C31-4542-8FA2-4007ED72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009BB77-432A-474C-B960-3A8D7E86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2e4f225fa470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4286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2DB26-2B6E-4E15-AB7C-F9A0E8D9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3315423-A20D-46D2-90EF-610AE7D2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Project Defines Frame Shape and 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0811F-AAA0-49B1-B2AB-724ECE16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Before starting, verify the drawing, specification, erection scheme, sequence and inspection points.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Set out from the established datum, checking units of measurement and reference dimensions.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Report any unclear detail, dimensional conflict or missing element to the supervisor.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Prepare the workplace for the specific operations and safe movement of workpieces.</a:t>
            </a:r>
          </a:p>
        </p:txBody>
      </p:sp>
      <p:pic>
        <p:nvPicPr>
          <p:cNvPr id="17" name="VISUAL_02_s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780f8d21448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9EF09CC-AE07-44EB-8673-EC2C7E60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Doubts in the drawing are resolved before cutting and bending.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492CB-8D81-4773-9D68-69CFD7B1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A1E14F4-B4E9-462E-8CC3-B2C7C8A1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E9C9F1C-AFA3-4F0E-A0EB-84320F66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9c9cfcbcb4ea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14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D1C14-D78B-4D61-AFA3-A1466863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373760F-4517-4BAE-9AE7-6685F89A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Storing prevents rolling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92B99-90A4-4D97-A05F-F9476088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Place rebar bundles on stable dunnage with chocks and preserve their markings.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Keep walkways, vehicle access, slinging points and machinery operating zones clear.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Plan manual handling by mass, length and number of workers; carry a long reinforcing bar in coordination.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Never stand beneath a raised bundle or between a load and a fixed object.</a:t>
            </a:r>
          </a:p>
        </p:txBody>
      </p:sp>
      <p:pic>
        <p:nvPicPr>
          <p:cNvPr id="17" name="VISUAL_02_s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b5b90b2a641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23422037-D652-4185-BB4D-1EC15C9E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Before lifting, determine the route, crew and safe stowage area.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8A47A-FD18-4D5C-9D71-BFDA2A7E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020CD3F-B8BA-46E7-ABD8-4F082C63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58455B3-0AB2-4E8E-9164-54EDD2C4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ff048c3e8444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722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4C507-F587-44EB-92CF-9EBE70F9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2_s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a988f88734e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718BF4C8-F861-4168-8DC9-06F8A3AE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F8BAC-3E21-42E1-AA50-669702B4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8A358DB5-2DB2-4F30-96F6-2C4B3B81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Prep and Assembly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923A0BBD-2B4C-4D17-B679-C7F8A126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The process sequence preserves dimensions, quality and control of hazardous energy.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D7A3F-F97A-42B5-A1B7-EA541E48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D02F3C9-08BA-4FB0-8E89-94A68A7A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0F91C06-C208-40D7-A67A-1429FEC2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cb59ebe6c432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689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1374C6-A205-479D-9442-9DA793BB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5D9ED9F-3DCD-4C9A-862B-2CBBAE7B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Straightening and Cleaning Precede Marking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16FFE-75DC-4F8C-9FC3-23FDADCD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C584B-10B1-44E6-AEAA-8EB7283A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996A1AA-1F57-41FE-A29E-FE358E8A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DA30749F-EA5D-449D-8BB9-DE1A37F8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3127E3D5-8A05-49B6-95E7-66A615AA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Determine deformation, contamination and surface condition.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41591-233B-4261-B9DA-48DB9F1B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0C7BC44B-F29E-404D-9BF1-5C201A9D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0351D723-FB0C-41AF-A1CB-9916BF0B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Secure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BFD30566-31C2-40D2-8BDB-2ABB0B69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Install material and equipment protection devices.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78C5B-1D98-45CC-AF50-37AFC6B4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B4D70871-C35C-4DC9-BC64-E9051506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825411D0-F861-4E54-BDC7-4BC97C53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Straighten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B5D54AD6-3014-4D47-8D64-9DE727B0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Use the established method without jerking and without standing in the line of tension.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79245-EF5F-444C-8435-FE6D0473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4DD9609B-BC58-44DF-8D55-0C4533DF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662DB4CC-CC90-46AE-9D24-AA36AE4C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BE8464B2-58C9-4651-90E4-3E5E05BD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Check straightness and suitability for further operation.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1C895-94FF-4E88-B6EE-94289CE1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D03FD9-3BA5-4830-9C55-92B0BE0D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8FBA63E-809C-426D-B22B-6E7F1BC6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Hand straightening a long rod without a stable support is dangerous.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90AFEC-5A77-458B-AD1E-F6A3132F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C9853DB-8450-4E42-AF80-62039C94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FD65C5C-87A3-4A03-88A9-1D1E38A1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90a7d6b66481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9005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E39CEC-091E-47C0-9283-70484183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254065D-1E64-4AD1-95E5-9D6BF970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Measurement and Cutting Use One Datum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61EE4-ADFA-46FA-95B8-38D0FAD4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Check the marking against the specification and account for the part's shape after bending.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Secure the workpiece; clear people and combustible materials from the cut-off and spark fly-off zone.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Tooling must suit the reinforcing-bar diameter and material and the equipment's permitted parameters.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Identify the measured element after cutting to prevent mix-ups.</a:t>
            </a:r>
          </a:p>
        </p:txBody>
      </p:sp>
      <p:pic>
        <p:nvPicPr>
          <p:cNvPr id="18" name="VISUAL_02_s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83d40a07e49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117A2D91-D7DD-483E-AD43-94275702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Rechecking the size is cheaper and safer than remaking the frame.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13C0F-2D79-4928-B6F6-2D76C398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C0FA2BF-DCAA-4C37-B73D-185A8D3C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Tool Safety — Order No. 204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F62F0DA-91D7-4097-BC4F-CFAA3C0D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83DF452-3496-48F7-96EF-B3E0DFF2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d72d5ca294f3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5071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FCEC1-F522-471B-B932-F7B0A2CB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27002A7-5FFE-4586-B894-8E2F0128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Bending is performed using standard equipment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19187-B11D-42D1-86FD-60671EC1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Check the stops, drive, guards and work zone of the bending equipment.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Place the reinforcing bar according to the scheme without holding it by hand near a moving machine part.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bending radius, angle and direction are specified by the design and method.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Correcting a finished part by re-bending is permitted only under an approved method.</a:t>
            </a:r>
          </a:p>
        </p:txBody>
      </p:sp>
      <p:pic>
        <p:nvPicPr>
          <p:cNvPr id="17" name="VISUAL_02_s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49baf89ce40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DBA7CDA1-6F2B-4E27-9B13-CE81DAC1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You cannot be in the plane of possible ejection of the rod.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2BC43-432D-4639-9E62-E8612E47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92CFAE6-0444-4C49-8E2A-D1865F6E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E8E5397-D089-448F-8E4E-F0CD369D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2e48ba63a4ac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647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5BBDEF-84AD-4939-A3C1-2AD9F0B4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3D48F52-AC10-4C73-AF1B-41FB9F5F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frame is assembled from a stable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54B7F-D2AD-4B6C-B407-2B496CA6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D4915-B833-4691-A744-191E06D6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0E5D3113-621A-4AF7-9B9F-839C7211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4FDE4905-3B1A-498B-B278-1F1007E8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Lay Out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A6782F48-1F3D-421B-883C-76737926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Prepare elements according to markings and assembly 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A1F55-FE35-4533-A86F-D9A0BD1C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887CD979-1F5C-4477-99D0-522C2259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CA75E891-ADAE-48AE-A5DB-F822A843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Secure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D8FEEFDD-B8C6-4455-A9D7-B9F2AA29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Install templates, stops and temporary connections.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FD667-0058-4D93-A47F-38714755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91D09467-008F-4C97-B5F6-CE450877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DF89E244-8320-474B-8A3D-A54DFFFB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710627B1-384A-4D70-A827-F4FF3267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Carry out the specified reinforcement tying or another connection required by the design.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A1F37-8B37-43F5-A24A-A4F667C5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E56EA96B-5930-4BC9-B348-27DEEA22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8758B7A2-D403-4E5D-AFEA-D173F3FB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2BAF8C56-0828-4E70-AA5F-C5791228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Check geometry, stability and readiness to move.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94A72-C9D6-4391-BEC0-6D84658D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267F7-CA7C-4C2C-ABF5-6DA2A606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613DF32-28FF-4452-BED5-B42AA7EC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spatial frame is not released until it is temporarily fixed.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FADA4A-932F-4DDC-9722-642A7CCA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4C154AD-8CF6-499D-8F2B-7807D519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1006F21-0F2E-4CF3-AECF-DD087293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e32e8125c4ee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6472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761B5-3BE8-4818-844A-D4E42E57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2620F6E-C738-4E4D-8838-FE53DA5F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Tying Preserves the Design 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D9915-4BB2-4617-B7D9-5D07F708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Select the tying wire and knot method according to the method statement and the connection's purpose.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Secure the reinforcing bars before tightening to prevent finger pinching and bar displacement.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Bend wire ends inward and do not leave them in a walkway or contact zone.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Assess quality by knot stability and preservation of the specified geometry.</a:t>
            </a:r>
          </a:p>
        </p:txBody>
      </p:sp>
      <p:pic>
        <p:nvPicPr>
          <p:cNvPr id="17" name="VISUAL_02_s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a105fae0642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30A8D0C1-8B11-4142-A921-812B8782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Excessive tightening does not compensate for incorrect rod position.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B335B-63C1-4DD5-92CA-057492A8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4DD9A06-694C-4035-98D5-A8EA62B1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DBAB170-7BC7-42FC-9111-55427698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269bcb0ff47c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778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9ACE2-C8BD-436B-A71D-2297424B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025D404-35DC-448C-865F-57C06FA7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Tying Wire and Tools: Cut and Puncture Hazards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F76D1-B605-4EB4-B219-1F7038FC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Cut wire ends are placed in a container immediately and are not left on the working platform or in the frame.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Hooks, pliers and powered tying tools are checked before use.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Keep the hand and wrist outside the possible snap-back line; do not jerk the wire toward yourself.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Hand protection is used only where it does not create an entanglement hazard with moving parts.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C099D-F94A-428B-A84D-21CD89E1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9DF2D-963B-44A4-A9B0-8010582B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68B63F2-8CC7-4971-83B1-1E6480C0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sharp end of the wire must be controlled from cutting to disposal.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4AE9E-CA66-4C88-A54B-81B5C157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2CD7742-8D3E-4950-B5A1-93D9CC7D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0CE43DE-E0BE-48DD-9597-3A78715E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9a9bb911541e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2237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D51B7-462B-47B9-8D91-2AD5941E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BFEEBF7-D464-4DC4-8EED-DBD77ED3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Welding Needs Design Specs and Authorization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21044-3AA4-4AAF-A6DE-77F882E6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Weldability of the material, type of seam and preparation are determined by the design and technology.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work is performed by an approved welder with proper equipment and area protection.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Fire risks are controlled by a permit where it is required.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quality of the connection is checked using the established method, and the defect is not masked with additional metal.</a:t>
            </a:r>
          </a:p>
        </p:txBody>
      </p:sp>
      <p:pic>
        <p:nvPicPr>
          <p:cNvPr id="18" name="VISUAL_02_s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3d9ecee0f40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F947818-0867-434B-BF08-D40D0B5F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Reinforcement tying and welding are not freely interchangeable.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2DBB9-D75A-44FD-8027-957036DE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42D40B4-6626-4939-A9F5-148CC33B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Fire safety rules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6A40EE0-A771-4697-A681-857EE4C7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292891A-83C1-4BA2-8A5D-BECA76F0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28e55bf4a494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780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C4214-6845-4968-9745-B4241340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0BF3A72-52F8-4171-AC78-37CDCA1F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Rebar Couplers Are Used as a Specified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A283E-2D65-4071-BA3D-C4C1BD77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Coupler type, bar-end preparation and permitted tolerances are defined by the design and manufacturer's instructions.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Threaded, swaged and other mechanical systems are not interchangeable.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Before connection, check component cleanliness, geometry and marking.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Perform tightening, swaging and inspection with the specified tool and method.</a:t>
            </a:r>
          </a:p>
        </p:txBody>
      </p:sp>
      <p:pic>
        <p:nvPicPr>
          <p:cNvPr id="17" name="VISUAL_02_s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b6f1b9e9a40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58100" y="1752600"/>
            <a:ext cx="3962400" cy="342900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12FAA360-C403-4146-BDC2-D2390F0A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57800"/>
            <a:ext cx="3962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connection is considered ready after inspection, and not after visual matching of the parts.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D5749-B037-4C32-808C-E0EFE747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1E03545-E28E-4649-ABBE-595BF6C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B110ABD-D66A-41A9-AECF-BFB5ED30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09e9573a44c4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8273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4730A-1F96-4094-81A8-AC13F489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144E3D3-870B-471D-A00F-0B63317A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frame is fixed before concreting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B0ABE-25DA-4E74-AFCB-C3A8BD52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Coordinate the slinging arrangement, lifting points, commands and safe positions for workers.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After installation, secure the frame, spacers and temporary ties against displacement and overturning.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 not allow anyone beneath the load or in a pinch-point zone.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Before concreting, confirm the geometry, stability and accessibility of the specified elements.</a:t>
            </a:r>
          </a:p>
        </p:txBody>
      </p:sp>
      <p:pic>
        <p:nvPicPr>
          <p:cNvPr id="17" name="VISUAL_02_s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27ac9465044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E46458C7-E610-4F4E-BB93-1D4966D7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Load-handling attachments may be released only after the frame has been secured stably.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9A400-5A6B-4EA0-B6C7-9F79EB35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2D24497-7271-4167-9394-47EC145A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F8CE8FB-9CC7-4FB4-8BD4-5A9E336A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cf9d63f804c3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43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99DF5-E917-4221-99B7-E153165B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84BEED5-ACD4-4F57-8131-A12452A1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protective layer is specified by the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5FC22-8022-4367-9580-EC197FBC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Maintain reinforcement position with the specified spacers and supports.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 not apply one universal concrete-cover value to every structure.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Before concreting, check distances, stability and that spacers have not shifted.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Use improvised pads only when the approved method expressly provides for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1D355-BDD8-492E-918B-0CC4C1DE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9EC66-E01C-4FAF-8D58-0EFB5E9E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2AE3190-6DA7-4AA7-BDCE-A6A99BD7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dimensions of the protective layer and pitch are taken from the specific project.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9A2F3-C0AD-48A5-9E5E-21CCAC41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9982510-14B3-479B-A47B-7731AE9D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3F09121-5ED7-40EA-B110-1A5C359C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70d26ff004d5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782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830A6-0FB4-4879-A230-59B4B1D3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2_s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6a3bad48443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0387BFEC-BF7D-4932-9212-30345C48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8976C-BCE9-4E72-909F-D69174E8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27C29E62-7952-404F-A9C1-AFD13DEF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Quality and safety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E2C07F48-149C-4E7A-AC83-37C001D7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Quality control simultaneously prevents design defects and dangerous alterations.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DFE18-97B3-4636-BE2B-2A4EF240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D11F84C-37B0-42C0-A386-E78F4490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F6750A5-2365-4FE6-9F55-20E86E79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329e9c7c7470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1634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D3034-E111-4C5B-AF61-A4A35EFF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AAFFA75-58D0-4722-8CF0-E81DA35B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032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Inspection Is Completed Before Work Is Concealed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67676-E32E-46A0-8AFE-6C1ACA73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Check the type, quantity, position and marking of elements with the project.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Check dimensions, geometry, connections, fasteners and temporary connections.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Monitor the cleanliness of the reinforcement and readiness for concreting.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Inconsistencies are recorded and eliminated according to an agreed decision.</a:t>
            </a:r>
          </a:p>
        </p:txBody>
      </p:sp>
      <p:pic>
        <p:nvPicPr>
          <p:cNvPr id="17" name="VISUAL_02_s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e79dfb8d548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021285A0-C28C-40E2-8BCC-4C3D6F9E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photograph or recording of the inspection is not a substitute for an actual frame inspection.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29CA8-1A2D-427B-98B7-1CC21775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0EB43CB-BCC0-43F6-92CE-6BAEC067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340CA84-A80C-4598-BC2F-F84F2577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8651f3b4c40f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114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39F34E-06BF-4867-9DBD-EB87BB41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036E737-C418-4419-A9E0-E9679987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Typical defects have specific causes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1F89A-201E-4081-89EE-A18C279F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risk / 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ACFB3-D812-4B2F-9DEA-2966B99D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CONSEQUENCE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56565-914E-4526-A6CC-DA877769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CONTROL MEASURE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0F1C9-C483-4C66-B26B-52F78D04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BBC0D-6021-4AD9-A905-DEF7F175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Displacement of bars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11B52-E3F2-4C8E-A948-E5361CFC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Poor fixation or shock during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985C2-E6DE-48B4-B2C5-E65CD5F6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Restore the position according to the design and strengthen the fixation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5A00C-4AAB-4838-AFD5-CCDAA0FF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F0821-DBBB-4295-ADC2-85F06CC9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Incomplete connection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19AD0-9354-4E74-8825-00E87DE8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The reinforcement tying, welding or coupler-connection procedure has been violated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B9E77-9BE5-47FA-B755-479BD59B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Stop acceptance and perform approved correction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00134-3432-47B2-8674-5AC2E1BF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80EA4-7BBE-43C5-A01F-7A4F8BFE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Insufficient stability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ED911-6206-406C-BF31-2EEC50BD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Structural ties or supports are missing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7C3E-3E1C-4086-B874-1DAF1501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lift the frame or begin concreting until it has been secured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A0CF3-E195-4354-9C9C-AED645D3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DB88A-E114-4EA2-B566-8DBADB25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Sharp protrusions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6AA9D6-0AF2-4858-BFC9-F08FB350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Ends and Tying Wire Are Unprotected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F212E3-7B6F-4F9D-9999-66E5C8DE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Fence, mark and protect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364FE3-FBE1-4FA3-BAB2-645E6D3B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defect must not be corrected by a method that is not specified in the design.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16A256-D4C1-4DAB-89AE-F0A623B7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CC06F06-67C3-44ED-9F58-DCE65BD6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853F0C2-F45E-4553-8C24-A4E7EBF8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888319655456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7573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6A61C-1984-4229-B8E5-EDFB346C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369D75D-65A6-496C-8F54-524027F9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Complex work is planned separately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8B41F-2E36-43E5-99C3-A3A20F20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Assess large spatial frames, confined areas and nonstandard joints in advance.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Define the assembly sequence, temporary stability measures and safe access.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Coordinate lifting, welding, work at height and crew interaction in one overall plan.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Reassess risk when conditions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B26E3-82C6-41F1-A3C8-70E20BF0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AAFDC-7B4D-4818-B4D4-7D7508E5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ECE0E9A3-EC51-4F1D-8BA3-EE819B10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94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more complex the frame, the more important is temporary stability at each stage.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8E54F-13BC-4448-9ADE-2DA2D828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589FC11-C02A-4916-AAB4-A1C622CD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70B690F-2BB7-492F-8AE1-2214F6E9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d183b802a46d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82318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813C0-6FE9-4C6C-A6A8-F813FB59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761042B-A113-42D4-8EAB-0BA2F2EF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Main risks vary by operation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EF994-A12E-4D25-8276-3EB2A623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risk / 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B28FC-27C2-4C60-9670-0CCAEDA6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CONSEQUENCE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E20C3-1036-4F39-B6D3-1DB0F6D6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CONTROL MEASURE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C3BC3-5344-4D9D-AA0B-F79CCCAC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DAC0A-0CB2-47D4-87AF-2EFCFA1F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Cutting and bending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DE4DC-B75B-43A7-B72D-E42FD37C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Bar Fly-Off, Entanglement and Ejection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A38E4-EA45-42DA-8068-29527552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Fencing, securing, safe 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B833F-EDCE-4690-A3C1-C5C14F6C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57A82-2B44-47CD-A985-620D3046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Welding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88A22-DEB0-4F3D-BB71-716ACAAD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Burn, smoke, fire, electric shock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7DF3E-43CD-4838-A600-29132FF1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Approval, ventilation, protection, hot work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D08CF-85C1-47B3-B1F3-A2E5F820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17015-EDE8-468F-A902-5C4C3111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Lifting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48FAD-71E5-4BE2-B715-4F82C915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Falling load and pinching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1A82D-052F-43EF-85B1-9C8185DD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Lifting plan, banksman, zone prohibition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0BC33-8697-4B22-B60F-FBDB90C8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CB216-28E4-4354-AACA-0C18BEEE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Installation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EB60E-7235-4ADA-9471-0826E7E5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Fall from height, loss of stability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0B195-0308-4908-A89B-CD11B240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Collective Protection, Structural Ties, Safe Access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25CE68-78F8-4ABA-9B37-1E5C8631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One set of measures does not cover all stages of reinforcement work.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5C1131-BE8C-4168-A5C8-8A7AC8B6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1C0F636-C0A2-4FD2-B9D9-9731A31F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4F8A035-8756-4D11-AFD0-4739077D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236de3ef944d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3965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A558D-424B-465B-924B-DEC38978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0E4DAA7-258E-45A0-BA65-19E203F2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Tools are checked before each shift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2A8F3-1ABE-4DF5-8F36-C099E4B7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Hand tools are checked for handles, cutting edges and suitability for operation.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A power tool has a housing, cable, switch, guard and accessories.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Adjustments, cleaning and replacement of equipment are carried out after a power outage.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faulty tool is taken out of use and reported to the responsible person.</a:t>
            </a:r>
          </a:p>
        </p:txBody>
      </p:sp>
      <p:pic>
        <p:nvPicPr>
          <p:cNvPr id="18" name="VISUAL_02_s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4c6bd1f7e4b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9BDB8BED-EA69-48B2-BBE4-A29369EC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Serviceability is confirmed by inspection and the prescribed check, and not by trial risk.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C54F8-78CF-4327-A893-E14FE37C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B0051030-D529-4CAE-BF15-5BCD62A6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Tool Safety — Order No. 204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49F66DC-9145-4807-A0F8-EF2B2D98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2F6FA5B-9200-4C8C-827B-A4345ECF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2823c3e5145f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4037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0936A-30B6-4444-A375-52A7FDFE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BFF0ABD-800F-452D-9D09-6EE607B6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Height and lifting require overall coordination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9975F-8EFF-4AE9-8FA7-BE138AF1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Safe access and collective protection must be in place before the worker ascends.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worker must not stand beneath a load or guide a suspended frame by hand while in the danger zone.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A designated person gives the commands; communication and signals are agreed before the operation begins.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Tools and small parts are secured against falling.</a:t>
            </a:r>
          </a:p>
        </p:txBody>
      </p:sp>
      <p:pic>
        <p:nvPicPr>
          <p:cNvPr id="18" name="VISUAL_02_s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90c4de68548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75D54858-6DB0-4053-AC67-FB31A950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installer and operator must understand the same sequence and the same signals.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51BB4-AD97-4405-8D0A-090B0AF9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E1BA4A7B-CE34-4AA9-A4DF-2760FCA3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Work at Height — Order No. 109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FDCAAF3-F789-4C9A-94DF-10FA1DFE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7473C43-9030-4ED4-93A7-C3F52CF0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6b43036fd408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7176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12A4F-C847-4673-B59B-9516B19E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A74CD28-85DE-4FBC-A9BF-9EC0F322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Protruding ends are protected immediately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457C2-BCF2-4176-B557-8FB39A91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Guard, mark or cap hazardous ends with the specified protection.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 not route walkways through areas of protruding reinforcement or wire offcuts.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Protect hands from cuts and keep the body out of pinch zones between elements.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When moving long reinforcing bars, maintain separation and use agreed commands.</a:t>
            </a:r>
          </a:p>
        </p:txBody>
      </p:sp>
      <p:pic>
        <p:nvPicPr>
          <p:cNvPr id="17" name="VISUAL_02_s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671316f2545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864828A4-B00D-4703-95C3-2244A29E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protective cap does not replace a guard where it is possible to fall onto the reinforcement.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EBB38-EEE1-48BF-BC21-8F019C01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29E5C13-B6BB-48EB-A6F2-D137CFF6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BCC59C7-ECDE-40A8-A4B1-930A37A4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66ec3b3ae498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3976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4E6EF-68CF-4D22-AB6A-F0927349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145F99C-D59D-478A-9286-D2E9AB07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PPE complement technical measures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C1FD6-FA0D-4261-80EF-339134D5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Hard hat, protective footwear and clothing must suit site conditions.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Eye and face protection is required for cutting, grinding, tensioning and welding.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Select gloves for tying wire, sharp edges and the tools used.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For work at height and welding, use specialized systems and PPE selected from the risk assessment.</a:t>
            </a:r>
          </a:p>
        </p:txBody>
      </p:sp>
      <p:pic>
        <p:nvPicPr>
          <p:cNvPr id="18" name="VISUAL_02_s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adff5aa8e44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298D9CEE-FB07-47CC-810C-187D62A9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PPE does not make work safe when guarding, securing and authorization are absent.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3CA27-4295-4174-A82A-8D2D8A00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46B9B23C-12B1-4C1D-8A2E-504AB3AF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Labor Code of the Republic of Kazakhstan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6E6904A-6BFB-4AF6-8452-3ED9E4D9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7010A08-4EFD-4972-BFA4-D743724D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301c6d7b140e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40196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3308C-A35E-4CDB-A271-D6F6FA59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D0486D0-2B34-4B90-B92B-FFE6FFE3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Operation is stopped when conditions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F0061-64AE-4D18-9639-FADAAFF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0DFF8-69AE-4F1C-A9D9-E76EB55A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91C96-487D-440E-B1CE-5F98C5D9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972B7-D187-4F06-854E-9DA29C0A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design or assembly is unclear, the material is not identified, or a discrepancy is found.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No fencing, stable support, temporary connections or safe access.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Tools, fixtures, welding or lifting equipment are defective.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People are in a hazardous area, communication is lost, or weather is preventing safe operation.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55FFB-63BA-44E7-AFBD-EAA6BEF6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Stop - fence - report - resume after permission.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8FB1C-2ABC-4DB0-B81A-77EB0BFC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142AEB3C-61C5-4C0D-B189-976B0E70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Labor Code of the Republic of Kazakhstan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A541257-D99B-4331-9C10-1020C8A1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Rebar worker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60B8A02-363F-4131-A458-4345D038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421b45ebc44e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70E4E708-0417-457E-AD91-1552BD79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159499270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09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ECKLIST_TITLE">
            <a:extLst xmlns:a="http://schemas.openxmlformats.org/drawingml/2006/main">
              <a:ext uri="{FF2B5EF4-FFF2-40B4-BE49-F238E27FC236}">
                <a16:creationId xmlns:a16="http://schemas.microsoft.com/office/drawing/2014/main" id="{8D06159C-C997-48CC-998C-22001C11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rebar worker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C83AD-4306-4D30-81F4-F39982C0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D9AAD-2045-4DB6-9DDB-19961958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68A6C-DCA5-4B70-BA37-5463A2A9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design, material and sequence are clear.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D6A67-CCB7-439A-9057-9F4D2512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5FAA1-EB6E-4565-9F4D-4FEE3FAE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22C11-1580-4E77-81DF-790E4FBD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work area, storage and movement route are safe.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E4A92-6FB1-440E-8CE1-C4511C05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28C2B-3E42-4A9D-8544-7922E5B1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43AEA-8BCD-423D-8E18-2B0E9306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Tools, equipment and fixtures are in good working order.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23EF1-7C5D-4C1C-ABB9-1E3A4682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A7398-FAFE-4CFB-AB35-80C5F2DA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386EC-D69B-4E98-BA48-0BE37D88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frame is stable, connections and position are checked before concreting.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3F6A9-6E44-4B15-997D-C3918C76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AD3E9-E7D7-4FD9-B831-0BA4E9AF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B70E6-9819-4744-94E5-3F4C25DF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the event of a threat, malfunction or non-compliance, operation is stopped.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870D4-C607-4A85-B9E6-0250A5E1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“Start Test”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A93A6E-ED8F-411D-810F-9E0A5748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Updated: 08/21/2026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59295d23e4dc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97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2026-09-01T18:06:04.6220000Z</dcterms:created>
  <dcterms:modified xsi:type="dcterms:W3CDTF">2026-09-01T18:06:04.6220000Z</dcterms:modified>
</coreProperties>
</file>
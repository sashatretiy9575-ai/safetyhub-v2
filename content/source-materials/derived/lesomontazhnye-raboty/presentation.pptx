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0599f8ac8844f6" /><Relationship Type="http://schemas.openxmlformats.org/officeDocument/2006/relationships/extended-properties" Target="/docProps/app.xml" Id="Rdd6bbd97900843cb" /><Relationship Type="http://schemas.openxmlformats.org/officeDocument/2006/relationships/officeDocument" Target="/ppt/presentation.xml" Id="R8294998d833246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223460bf2e4e53"/>
    <p:sldMasterId xmlns:r="http://schemas.openxmlformats.org/officeDocument/2006/relationships" id="2147483650" r:id="R7e6264af48914138"/>
  </p:sldMasterIdLst>
  <p:sldIdLst>
    <p:sldId xmlns:r="http://schemas.openxmlformats.org/officeDocument/2006/relationships" id="256" r:id="R6a76efc853b6455a"/>
    <p:sldId xmlns:r="http://schemas.openxmlformats.org/officeDocument/2006/relationships" id="257" r:id="Rfcf211b81a1b49f2"/>
    <p:sldId xmlns:r="http://schemas.openxmlformats.org/officeDocument/2006/relationships" id="258" r:id="R718b099d86a54e17"/>
    <p:sldId xmlns:r="http://schemas.openxmlformats.org/officeDocument/2006/relationships" id="259" r:id="R139fe2f6fa61488a"/>
    <p:sldId xmlns:r="http://schemas.openxmlformats.org/officeDocument/2006/relationships" id="260" r:id="R4c17539a7db547dc"/>
    <p:sldId xmlns:r="http://schemas.openxmlformats.org/officeDocument/2006/relationships" id="261" r:id="Rab5d382640e045e2"/>
    <p:sldId xmlns:r="http://schemas.openxmlformats.org/officeDocument/2006/relationships" id="262" r:id="R53f553ad869a47d4"/>
    <p:sldId xmlns:r="http://schemas.openxmlformats.org/officeDocument/2006/relationships" id="263" r:id="Ra1deff50a6d64263"/>
    <p:sldId xmlns:r="http://schemas.openxmlformats.org/officeDocument/2006/relationships" id="264" r:id="Rda55d8a07ef94cb1"/>
    <p:sldId xmlns:r="http://schemas.openxmlformats.org/officeDocument/2006/relationships" id="265" r:id="Re9626c484b2f447f"/>
    <p:sldId xmlns:r="http://schemas.openxmlformats.org/officeDocument/2006/relationships" id="266" r:id="R086aed5ff1a84a61"/>
    <p:sldId xmlns:r="http://schemas.openxmlformats.org/officeDocument/2006/relationships" id="267" r:id="R27c2da4dd3a94957"/>
    <p:sldId xmlns:r="http://schemas.openxmlformats.org/officeDocument/2006/relationships" id="268" r:id="Rcb546fa3297c4aa4"/>
    <p:sldId xmlns:r="http://schemas.openxmlformats.org/officeDocument/2006/relationships" id="269" r:id="Rb05684b814264fdc"/>
    <p:sldId xmlns:r="http://schemas.openxmlformats.org/officeDocument/2006/relationships" id="270" r:id="R722b422296de45a6"/>
    <p:sldId xmlns:r="http://schemas.openxmlformats.org/officeDocument/2006/relationships" id="271" r:id="Ra695decc26124db9"/>
    <p:sldId xmlns:r="http://schemas.openxmlformats.org/officeDocument/2006/relationships" id="272" r:id="R31631280feb4481b"/>
    <p:sldId xmlns:r="http://schemas.openxmlformats.org/officeDocument/2006/relationships" id="273" r:id="Ra2324a0dd672405d"/>
    <p:sldId xmlns:r="http://schemas.openxmlformats.org/officeDocument/2006/relationships" id="274" r:id="Rb6fdd3f306bb4de2"/>
    <p:sldId xmlns:r="http://schemas.openxmlformats.org/officeDocument/2006/relationships" id="275" r:id="R8e1dbe40e8cd4f22"/>
    <p:sldId xmlns:r="http://schemas.openxmlformats.org/officeDocument/2006/relationships" id="276" r:id="R0d361af02cc943ee"/>
    <p:sldId xmlns:r="http://schemas.openxmlformats.org/officeDocument/2006/relationships" id="277" r:id="R5363240f0f3a49cc"/>
    <p:sldId xmlns:r="http://schemas.openxmlformats.org/officeDocument/2006/relationships" id="278" r:id="Reb956bd279cd447b"/>
    <p:sldId xmlns:r="http://schemas.openxmlformats.org/officeDocument/2006/relationships" id="279" r:id="Raff18386a0694c9e"/>
    <p:sldId xmlns:r="http://schemas.openxmlformats.org/officeDocument/2006/relationships" id="280" r:id="R009d3973c93c4d8b"/>
    <p:sldId xmlns:r="http://schemas.openxmlformats.org/officeDocument/2006/relationships" id="281" r:id="Re93ced641cad4347"/>
    <p:sldId xmlns:r="http://schemas.openxmlformats.org/officeDocument/2006/relationships" id="282" r:id="R4f1a8c76df5b4488"/>
    <p:sldId xmlns:r="http://schemas.openxmlformats.org/officeDocument/2006/relationships" id="283" r:id="R3e4ab3a21436423b"/>
    <p:sldId xmlns:r="http://schemas.openxmlformats.org/officeDocument/2006/relationships" id="284" r:id="R9df0331edaa94c35"/>
    <p:sldId xmlns:r="http://schemas.openxmlformats.org/officeDocument/2006/relationships" id="285" r:id="R058be1f077204e37"/>
    <p:sldId xmlns:r="http://schemas.openxmlformats.org/officeDocument/2006/relationships" id="286" r:id="Rc46c0c1611764f08"/>
    <p:sldId xmlns:r="http://schemas.openxmlformats.org/officeDocument/2006/relationships" id="287" r:id="Rfb0ba469d50c4511"/>
    <p:sldId xmlns:r="http://schemas.openxmlformats.org/officeDocument/2006/relationships" id="288" r:id="R171c62bb565a4a55"/>
    <p:sldId xmlns:r="http://schemas.openxmlformats.org/officeDocument/2006/relationships" id="289" r:id="R1482cd344ede48e3"/>
    <p:sldId xmlns:r="http://schemas.openxmlformats.org/officeDocument/2006/relationships" id="290" r:id="Rbd507c611a4a4876"/>
    <p:sldId xmlns:r="http://schemas.openxmlformats.org/officeDocument/2006/relationships" id="291" r:id="Rec5e2acfd4514c00"/>
    <p:sldId xmlns:r="http://schemas.openxmlformats.org/officeDocument/2006/relationships" id="292" r:id="R419080e56e2141fb"/>
    <p:sldId xmlns:r="http://schemas.openxmlformats.org/officeDocument/2006/relationships" id="293" r:id="Rc3fb35ce254844b4"/>
    <p:sldId xmlns:r="http://schemas.openxmlformats.org/officeDocument/2006/relationships" id="294" r:id="R44649e8101444462"/>
    <p:sldId xmlns:r="http://schemas.openxmlformats.org/officeDocument/2006/relationships" id="295" r:id="R03499751141b4732"/>
    <p:sldId xmlns:r="http://schemas.openxmlformats.org/officeDocument/2006/relationships" id="296" r:id="R339569b648ef469a"/>
    <p:sldId xmlns:r="http://schemas.openxmlformats.org/officeDocument/2006/relationships" id="297" r:id="Rb134885dcb9f40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62bd922c474262" /><Relationship Type="http://schemas.openxmlformats.org/officeDocument/2006/relationships/slideMaster" Target="/ppt/slideMasters/slideMaster1.xml" Id="R8c223460bf2e4e53" /><Relationship Type="http://schemas.openxmlformats.org/officeDocument/2006/relationships/slideMaster" Target="/ppt/slideMasters/slideMaster2.xml" Id="R7e6264af48914138" /><Relationship Type="http://schemas.openxmlformats.org/officeDocument/2006/relationships/presProps" Target="/ppt/presProps.xml" Id="R068af229fee94cf1" /><Relationship Type="http://schemas.openxmlformats.org/officeDocument/2006/relationships/tableStyles" Target="/ppt/tableStyles.xml" Id="Rf2c610954a064175" /><Relationship Type="http://schemas.openxmlformats.org/officeDocument/2006/relationships/slide" Target="/ppt/slides/slide1.xml" Id="R6a76efc853b6455a" /><Relationship Type="http://schemas.openxmlformats.org/officeDocument/2006/relationships/slide" Target="/ppt/slides/slide2.xml" Id="Rfcf211b81a1b49f2" /><Relationship Type="http://schemas.openxmlformats.org/officeDocument/2006/relationships/slide" Target="/ppt/slides/slide3.xml" Id="R718b099d86a54e17" /><Relationship Type="http://schemas.openxmlformats.org/officeDocument/2006/relationships/slide" Target="/ppt/slides/slide4.xml" Id="R139fe2f6fa61488a" /><Relationship Type="http://schemas.openxmlformats.org/officeDocument/2006/relationships/slide" Target="/ppt/slides/slide5.xml" Id="R4c17539a7db547dc" /><Relationship Type="http://schemas.openxmlformats.org/officeDocument/2006/relationships/slide" Target="/ppt/slides/slide6.xml" Id="Rab5d382640e045e2" /><Relationship Type="http://schemas.openxmlformats.org/officeDocument/2006/relationships/slide" Target="/ppt/slides/slide7.xml" Id="R53f553ad869a47d4" /><Relationship Type="http://schemas.openxmlformats.org/officeDocument/2006/relationships/slide" Target="/ppt/slides/slide8.xml" Id="Ra1deff50a6d64263" /><Relationship Type="http://schemas.openxmlformats.org/officeDocument/2006/relationships/slide" Target="/ppt/slides/slide9.xml" Id="Rda55d8a07ef94cb1" /><Relationship Type="http://schemas.openxmlformats.org/officeDocument/2006/relationships/slide" Target="/ppt/slides/slide10.xml" Id="Re9626c484b2f447f" /><Relationship Type="http://schemas.openxmlformats.org/officeDocument/2006/relationships/slide" Target="/ppt/slides/slide11.xml" Id="R086aed5ff1a84a61" /><Relationship Type="http://schemas.openxmlformats.org/officeDocument/2006/relationships/slide" Target="/ppt/slides/slide12.xml" Id="R27c2da4dd3a94957" /><Relationship Type="http://schemas.openxmlformats.org/officeDocument/2006/relationships/slide" Target="/ppt/slides/slide13.xml" Id="Rcb546fa3297c4aa4" /><Relationship Type="http://schemas.openxmlformats.org/officeDocument/2006/relationships/slide" Target="/ppt/slides/slide14.xml" Id="Rb05684b814264fdc" /><Relationship Type="http://schemas.openxmlformats.org/officeDocument/2006/relationships/slide" Target="/ppt/slides/slide15.xml" Id="R722b422296de45a6" /><Relationship Type="http://schemas.openxmlformats.org/officeDocument/2006/relationships/slide" Target="/ppt/slides/slide16.xml" Id="Ra695decc26124db9" /><Relationship Type="http://schemas.openxmlformats.org/officeDocument/2006/relationships/slide" Target="/ppt/slides/slide17.xml" Id="R31631280feb4481b" /><Relationship Type="http://schemas.openxmlformats.org/officeDocument/2006/relationships/slide" Target="/ppt/slides/slide18.xml" Id="Ra2324a0dd672405d" /><Relationship Type="http://schemas.openxmlformats.org/officeDocument/2006/relationships/slide" Target="/ppt/slides/slide19.xml" Id="Rb6fdd3f306bb4de2" /><Relationship Type="http://schemas.openxmlformats.org/officeDocument/2006/relationships/slide" Target="/ppt/slides/slide20.xml" Id="R8e1dbe40e8cd4f22" /><Relationship Type="http://schemas.openxmlformats.org/officeDocument/2006/relationships/slide" Target="/ppt/slides/slide21.xml" Id="R0d361af02cc943ee" /><Relationship Type="http://schemas.openxmlformats.org/officeDocument/2006/relationships/slide" Target="/ppt/slides/slide22.xml" Id="R5363240f0f3a49cc" /><Relationship Type="http://schemas.openxmlformats.org/officeDocument/2006/relationships/slide" Target="/ppt/slides/slide23.xml" Id="Reb956bd279cd447b" /><Relationship Type="http://schemas.openxmlformats.org/officeDocument/2006/relationships/slide" Target="/ppt/slides/slide24.xml" Id="Raff18386a0694c9e" /><Relationship Type="http://schemas.openxmlformats.org/officeDocument/2006/relationships/slide" Target="/ppt/slides/slide25.xml" Id="R009d3973c93c4d8b" /><Relationship Type="http://schemas.openxmlformats.org/officeDocument/2006/relationships/slide" Target="/ppt/slides/slide26.xml" Id="Re93ced641cad4347" /><Relationship Type="http://schemas.openxmlformats.org/officeDocument/2006/relationships/slide" Target="/ppt/slides/slide27.xml" Id="R4f1a8c76df5b4488" /><Relationship Type="http://schemas.openxmlformats.org/officeDocument/2006/relationships/slide" Target="/ppt/slides/slide28.xml" Id="R3e4ab3a21436423b" /><Relationship Type="http://schemas.openxmlformats.org/officeDocument/2006/relationships/slide" Target="/ppt/slides/slide29.xml" Id="R9df0331edaa94c35" /><Relationship Type="http://schemas.openxmlformats.org/officeDocument/2006/relationships/slide" Target="/ppt/slides/slide30.xml" Id="R058be1f077204e37" /><Relationship Type="http://schemas.openxmlformats.org/officeDocument/2006/relationships/slide" Target="/ppt/slides/slide31.xml" Id="Rc46c0c1611764f08" /><Relationship Type="http://schemas.openxmlformats.org/officeDocument/2006/relationships/slide" Target="/ppt/slides/slide32.xml" Id="Rfb0ba469d50c4511" /><Relationship Type="http://schemas.openxmlformats.org/officeDocument/2006/relationships/slide" Target="/ppt/slides/slide33.xml" Id="R171c62bb565a4a55" /><Relationship Type="http://schemas.openxmlformats.org/officeDocument/2006/relationships/slide" Target="/ppt/slides/slide34.xml" Id="R1482cd344ede48e3" /><Relationship Type="http://schemas.openxmlformats.org/officeDocument/2006/relationships/slide" Target="/ppt/slides/slide35.xml" Id="Rbd507c611a4a4876" /><Relationship Type="http://schemas.openxmlformats.org/officeDocument/2006/relationships/slide" Target="/ppt/slides/slide36.xml" Id="Rec5e2acfd4514c00" /><Relationship Type="http://schemas.openxmlformats.org/officeDocument/2006/relationships/slide" Target="/ppt/slides/slide37.xml" Id="R419080e56e2141fb" /><Relationship Type="http://schemas.openxmlformats.org/officeDocument/2006/relationships/slide" Target="/ppt/slides/slide38.xml" Id="Rc3fb35ce254844b4" /><Relationship Type="http://schemas.openxmlformats.org/officeDocument/2006/relationships/slide" Target="/ppt/slides/slide39.xml" Id="R44649e8101444462" /><Relationship Type="http://schemas.openxmlformats.org/officeDocument/2006/relationships/slide" Target="/ppt/slides/slide40.xml" Id="R03499751141b4732" /><Relationship Type="http://schemas.openxmlformats.org/officeDocument/2006/relationships/slide" Target="/ppt/slides/slide41.xml" Id="R339569b648ef469a" /><Relationship Type="http://schemas.openxmlformats.org/officeDocument/2006/relationships/slide" Target="/ppt/slides/slide42.xml" Id="Rb134885dcb9f402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0b14a5cbd4b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639d1074c540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78efe101064205" /><Relationship Type="http://schemas.openxmlformats.org/officeDocument/2006/relationships/slideLayout" Target="/ppt/slideLayouts/slideLayout1.xml" Id="R18ad63be33194d7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9c6f16c340a4627" /><Relationship Type="http://schemas.openxmlformats.org/officeDocument/2006/relationships/slideLayout" Target="/ppt/slideLayouts/slideLayout2.xml" Id="R2ddd3d9b987047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ad63be33194d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2ddd3d9b987047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e8c2d1b8f9409d" /><Relationship Type="http://schemas.openxmlformats.org/officeDocument/2006/relationships/image" Target="/ppt/media/image.jpeg" Id="R1061823f73754ae9" /><Relationship Type="http://schemas.openxmlformats.org/officeDocument/2006/relationships/image" Target="/ppt/media/image.png" Id="R99be5dc17b2d43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33701bab2b422b" /><Relationship Type="http://schemas.openxmlformats.org/officeDocument/2006/relationships/image" Target="/ppt/media/image2.png" Id="Rb7ce7419d7514c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d2d9da65434971" /><Relationship Type="http://schemas.openxmlformats.org/officeDocument/2006/relationships/image" Target="/ppt/media/image3.png" Id="Rb2404a9c223b4e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e6fbc7d3b24be4" /><Relationship Type="http://schemas.openxmlformats.org/officeDocument/2006/relationships/image" Target="/ppt/media/image2.jpeg" Id="Rc3a27bba18b74209" /><Relationship Type="http://schemas.openxmlformats.org/officeDocument/2006/relationships/image" Target="/ppt/media/image4.png" Id="R22d84cdc772446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311dbf254149b2" /><Relationship Type="http://schemas.openxmlformats.org/officeDocument/2006/relationships/image" Target="/ppt/media/image5.png" Id="R074977bc2b944c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8f92285da34a95" /><Relationship Type="http://schemas.openxmlformats.org/officeDocument/2006/relationships/image" Target="/ppt/media/image6.png" Id="Re153d2915c1940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789bbdac674959" /><Relationship Type="http://schemas.openxmlformats.org/officeDocument/2006/relationships/image" Target="/ppt/media/image7.png" Id="R0ebb230b217e47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9c2c691200470a" /><Relationship Type="http://schemas.openxmlformats.org/officeDocument/2006/relationships/image" Target="/ppt/media/image8.png" Id="Rf82cb0f9cee248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3b26d17cda46ab" /><Relationship Type="http://schemas.openxmlformats.org/officeDocument/2006/relationships/image" Target="/ppt/media/image3.jpeg" Id="R6a60bf192c4f4c7c" /><Relationship Type="http://schemas.openxmlformats.org/officeDocument/2006/relationships/image" Target="/ppt/media/image9.png" Id="R21d80096727a46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58dc8fc1b84c32" /><Relationship Type="http://schemas.openxmlformats.org/officeDocument/2006/relationships/image" Target="/ppt/media/image10.png" Id="R0dd79afa1c4345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7b9d93cf1a4142" /><Relationship Type="http://schemas.openxmlformats.org/officeDocument/2006/relationships/image" Target="/ppt/media/image11.png" Id="R300f75bb1c2a43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47cbebc90e453b" /><Relationship Type="http://schemas.openxmlformats.org/officeDocument/2006/relationships/image" Target="/ppt/media/image4.jpeg" Id="R105de5a03ee949df" /><Relationship Type="http://schemas.openxmlformats.org/officeDocument/2006/relationships/image" Target="/ppt/media/image12.png" Id="R06264b0445cf41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15414fd3cd43ed" /><Relationship Type="http://schemas.openxmlformats.org/officeDocument/2006/relationships/image" Target="/ppt/media/image5.jpeg" Id="R896a139641174b72" /><Relationship Type="http://schemas.openxmlformats.org/officeDocument/2006/relationships/image" Target="/ppt/media/image13.png" Id="R549edfad006343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a1755cefce4d95" /><Relationship Type="http://schemas.openxmlformats.org/officeDocument/2006/relationships/image" Target="/ppt/media/image6.jpeg" Id="R4bfddea107d74012" /><Relationship Type="http://schemas.openxmlformats.org/officeDocument/2006/relationships/image" Target="/ppt/media/image14.png" Id="Rdb74b3c7bc8746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3e6d393b0245c1" /><Relationship Type="http://schemas.openxmlformats.org/officeDocument/2006/relationships/image" Target="/ppt/media/image15.png" Id="Rce5223f9f72d43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f067a96ac4457c" /><Relationship Type="http://schemas.openxmlformats.org/officeDocument/2006/relationships/image" Target="/ppt/media/image7.jpeg" Id="R0b3c5f04200a48ad" /><Relationship Type="http://schemas.openxmlformats.org/officeDocument/2006/relationships/image" Target="/ppt/media/image16.png" Id="R8c1fd8ee83ee4c9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f3dad6b03a4458" /><Relationship Type="http://schemas.openxmlformats.org/officeDocument/2006/relationships/image" Target="/ppt/media/image17.png" Id="R32520254ef5647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1a714a5eb24264" /><Relationship Type="http://schemas.openxmlformats.org/officeDocument/2006/relationships/image" Target="/ppt/media/image8.jpeg" Id="R9b2c1077615c4ca7" /><Relationship Type="http://schemas.openxmlformats.org/officeDocument/2006/relationships/image" Target="/ppt/media/image18.png" Id="Rb6032b94e62149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55b904e9bd4f3c" /><Relationship Type="http://schemas.openxmlformats.org/officeDocument/2006/relationships/image" Target="/ppt/media/image19.png" Id="R5dc380642d2844c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19d3d52bc24fc7" /><Relationship Type="http://schemas.openxmlformats.org/officeDocument/2006/relationships/image" Target="/ppt/media/image9.jpeg" Id="Rd207d0dfb6c34b4b" /><Relationship Type="http://schemas.openxmlformats.org/officeDocument/2006/relationships/image" Target="/ppt/media/image20.png" Id="Rd775402ca62a483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20b1c990564a27" /><Relationship Type="http://schemas.openxmlformats.org/officeDocument/2006/relationships/image" Target="/ppt/media/image21.png" Id="Ra49c6cb50bf34e4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639d5024964b81" /><Relationship Type="http://schemas.openxmlformats.org/officeDocument/2006/relationships/image" Target="/ppt/media/image22.png" Id="Rcfc6bcdb4607463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5d2d5216f14a69" /><Relationship Type="http://schemas.openxmlformats.org/officeDocument/2006/relationships/image" Target="/ppt/media/image10.jpeg" Id="R66b2240ccd2545ba" /><Relationship Type="http://schemas.openxmlformats.org/officeDocument/2006/relationships/image" Target="/ppt/media/image23.png" Id="R7f1681d9f650482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3ce676c8a743b0" /><Relationship Type="http://schemas.openxmlformats.org/officeDocument/2006/relationships/image" Target="/ppt/media/image11.jpeg" Id="Refa4b4a91b894c02" /><Relationship Type="http://schemas.openxmlformats.org/officeDocument/2006/relationships/image" Target="/ppt/media/image24.png" Id="R79553ffbad024e9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0cfc154e5b4276" /><Relationship Type="http://schemas.openxmlformats.org/officeDocument/2006/relationships/image" Target="/ppt/media/image25.png" Id="R966c581b1448492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d29c0c907a4ed4" /><Relationship Type="http://schemas.openxmlformats.org/officeDocument/2006/relationships/image" Target="/ppt/media/image26.png" Id="Rcf7c159fdfcf41d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d3c1e74ee1449a" /><Relationship Type="http://schemas.openxmlformats.org/officeDocument/2006/relationships/image" Target="/ppt/media/image27.png" Id="Rd8eea1d1bffa472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65f6343add4a3a" /><Relationship Type="http://schemas.openxmlformats.org/officeDocument/2006/relationships/image" Target="/ppt/media/image12.jpeg" Id="R600cabe1dcc84729" /><Relationship Type="http://schemas.openxmlformats.org/officeDocument/2006/relationships/image" Target="/ppt/media/image28.png" Id="R11f27f32f98d4f2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3d834dfdfa4e68" /><Relationship Type="http://schemas.openxmlformats.org/officeDocument/2006/relationships/image" Target="/ppt/media/image29.png" Id="R0bd967c354c9445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242ccdf0854dac" /><Relationship Type="http://schemas.openxmlformats.org/officeDocument/2006/relationships/image" Target="/ppt/media/image30.png" Id="Rabc37ecce6ab410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f702f52e8d45dd" /><Relationship Type="http://schemas.openxmlformats.org/officeDocument/2006/relationships/image" Target="/ppt/media/image31.png" Id="Re676d6659c244ac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fcb1a84d034af9" /><Relationship Type="http://schemas.openxmlformats.org/officeDocument/2006/relationships/image" Target="/ppt/media/image32.png" Id="R72e513aad48b48b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6ad4f6b8e347b1" /><Relationship Type="http://schemas.openxmlformats.org/officeDocument/2006/relationships/image" Target="/ppt/media/image33.png" Id="Rbca4ead512e5472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db4230d18641a3" /><Relationship Type="http://schemas.openxmlformats.org/officeDocument/2006/relationships/image" Target="/ppt/media/image34.png" Id="R87c27349b4d84ea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8b3e872dd54a52" /><Relationship Type="http://schemas.openxmlformats.org/officeDocument/2006/relationships/image" Target="/ppt/media/image35.png" Id="Rb93a21e6e782414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bfc8b0433f4cca" /><Relationship Type="http://schemas.openxmlformats.org/officeDocument/2006/relationships/image" Target="/ppt/media/image36.png" Id="Rcbb75151b995417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51cc8d75dd47fb" /><Relationship Type="http://schemas.openxmlformats.org/officeDocument/2006/relationships/image" Target="/ppt/media/image37.png" Id="R79cbd59d40484a7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018e085a9449fa" /><Relationship Type="http://schemas.openxmlformats.org/officeDocument/2006/relationships/image" Target="/ppt/media/image38.png" Id="R24671dc54c194bb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db5b4dd05e44a6" /><Relationship Type="http://schemas.openxmlformats.org/officeDocument/2006/relationships/image" Target="/ppt/media/image39.png" Id="R05a4f2430b9143f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b142b71956462a" /><Relationship Type="http://schemas.openxmlformats.org/officeDocument/2006/relationships/image" Target="/ppt/media/image40.png" Id="Ra6f79da814274d1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a1885d9fc74422" /><Relationship Type="http://schemas.openxmlformats.org/officeDocument/2006/relationships/image" Target="/ppt/media/image41.png" Id="R4e11f4e0020d477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8878ed77de4eea" /><Relationship Type="http://schemas.openxmlformats.org/officeDocument/2006/relationships/image" Target="/ppt/media/image42.png" Id="R75f341c967e34f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CB485-9B86-4423-AE5F-C5BDADE4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3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1823f73754a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F002B-F5AA-4A54-BD06-4183F5F9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334047EF-4026-4491-BC3C-BE5A0C82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УЧЕБНЫЙ КУРС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924C77B5-0008-4B9D-8EA2-023F698A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36E2D-BE32-463F-AC1E-ED1D4EE8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8374C29F-7C9B-412A-8A19-407450D5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Безопасный монтаж, эксплуатация и демонтаж строительных лесов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C4EF90E2-10C2-4759-805D-517C8246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Учебный курс для рабочих и линейного персонала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DDA93-DC09-47C4-B55B-F6808E50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6B88D15-C4DA-40F4-8DDA-35EEE5BE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CD144C0-1CCD-4D4D-8385-D3A589C3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e5dc17b2d437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562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E7EC3B-F170-4C2B-9663-B51E6503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369EC0F-AA65-4A9C-91A9-9F374E25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После курса работник сможет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F04891EF-8F68-4058-B1FD-F5F74576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A942F-4BCC-48A0-A3CB-DE4C6841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8B5467A4-F54C-4099-BB3D-CDE7B1B0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Проверить допуск, проект, основание и опасную зону до монтажа.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447C63EC-6171-4ACF-B006-5322BD77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3221C-A165-4280-973A-EB8CC56F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688E9FE9-2BD3-4759-BFAC-922F6364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Распознать основные элементы лесов и назначение связей, настилов и ограждений.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F3F6A42A-AE6F-4D3D-AFC5-1F6A364F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F3F1B-39F4-456D-B76A-A2929B5F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02296A37-C882-4E6A-8115-187E1655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Безопасно пользоваться лесами и понимать статус их допуска к эксплуатации.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EC5EC787-EBA0-4B19-86F7-C5F20A5B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0638D-BBA9-46B5-A6ED-64596A25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821A37B4-F3A9-4435-ABB3-4AF5B0FA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Остановить работу при деформации, просадке, перегрузке или опасной погоде.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38C4D-02AE-4443-8424-427F6031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87D61-7AA9-48C4-A72D-83EB541F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7422ADB1-C058-47B9-BFBD-2F3B161E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Безопасность лесов определяется системой целиком, а не одним прочным элементом.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23447D-9AD6-486C-A6C3-DCC1A402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53DC829-3A5D-4168-90CB-F2CB7219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2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A56F9BB-CBB6-4EB5-AA9F-C9DB85FF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e7419d7514c8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00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1F2E8E-3AD1-436B-A53A-D2AB5EA0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5E25B18-52E6-46F6-8E05-F2B857D9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Логика курса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8B71EB93-A17C-445C-9114-3BF78D1F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708C7-4D83-48EB-80E1-3F030414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70753423-3676-444A-8BD8-5681C7EC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Допуск, роли и планирование.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CCEC15B3-0774-41DA-8C3A-3D8BBB2C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A3120-9A9B-4E43-819A-E336F89A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EC056514-64F5-4526-A180-8C7E81E9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Элементы, основание и устойчивость.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70DC8B3C-9380-4AAF-97D5-C4955935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EA877-A302-4525-9EDB-B012C320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0023F8C6-E4B5-4ACF-AFA4-84783EC8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Настилы, доступ и защита от падения.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67533B8A-98B0-446F-8C47-2B692F27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51B40-220D-41A0-8550-06B44E27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8AE8421F-31FB-4D81-A95A-CCAB8E12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Проверка, использование и демонтаж.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72B46560-ABA0-48B7-9EE0-929FB3EB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4C3F6-3D6A-4745-ADFD-B85A6DE1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DE094F70-CC7D-4593-AA74-1CE05D87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Остановка работ и аварийные действия.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DE282A-F862-4E82-BB3A-B631D44B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271FE-2AB8-4BF6-AFA7-D9287220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КУРС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1A0E6-CDD9-4489-92AC-D7B474CA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смысловых блоков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DA3A16-8F52-4F09-B24B-A053FC23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B672E2C-1351-485B-A9C6-0CDCDD47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6F0C2F2-DD96-4C2A-ABAF-5DD18986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04a9c223b4ec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5F5DB99D-BE2B-47CB-9B0D-1B73D6D6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34926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994D2-9AF4-400C-A661-0C9FBB4A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3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27bba18b742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AA37C042-EB37-434D-A5C5-22F7F336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F25D6-32B9-4229-9A0C-82133BC7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EA387B2F-8016-47C7-92E3-592844D8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Допуск и планирование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D9DBBB6F-2F25-4183-95AE-B30EBF3D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Монтаж начинается с назначения ответственных лиц, проекта и оценки условий площадки.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C9946-17FF-4061-B933-BD4C87D6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5E2EF2E-BD0A-412F-A74D-00CD999D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C1DFA9E-34B0-417C-B06B-71496AA0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84cdc7724461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496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572AF-8C2B-499E-9353-01969529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EA6289C-D4FB-42ED-9DEC-0061C605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Монтаж выполняет подготовленная бригада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BDFD5-904C-407F-9DF5-62FD79F0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Монтаж, изменение и демонтаж поручают обученным работникам под назначенным руководством.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Проверку и допуск выполняет лицо, которому поручена эта функция и которое знает систему лесов.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Пользователь не меняет настил, связи, крепления или ограждения самовольно.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Допуски к высоте, электроопасным зонам и подъёмным операциям проверяют отдельно.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160DE-E647-42A7-8201-FBB1A705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23956-C332-4A56-88BE-A047D81B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E162DB7-B464-4536-B285-340E1EF9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Право пользоваться лесами не означает право их перестраивать.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031AC-838F-449C-9ACF-59847037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B53273C-6DA3-462C-AC37-D49F4B18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Работы на высоте — приказ № 109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45A4056-C6AE-4852-99FE-7D8F58B0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FD705CA-5630-4344-AA8C-F79E4B2E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977bc2b944ce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01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F0584-5DDF-4E59-B94A-FE69AF59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4EAC4F3-8FB0-4ABD-9485-59D7B8B1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Роли разделяют ответственность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83D18-BA00-4B3F-9A80-A58D0446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Руководитель работ планирует последовательность, ресурсы и безопасные условия.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Монтажник выполняет схему, проверяет элемент перед установкой и сообщает об отклонении.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Назначенное компетентное лицо осматривает систему и фиксирует статус допуска.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Пользователь проводит визуальную проверку перед работой и соблюдает ограничения.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A65DB-ABF0-4A48-8306-8AB7C42B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67719-F079-4B21-AE50-D3AF7F72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D0F5EC2-6455-480A-9B87-8A542FDB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Каждый отвечает за свою проверку, но изменения разрешает только уполномоченное лицо.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6B8F7-C637-43F2-AF92-277F929D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B67FDB9-39D3-4E5D-B0AB-EE9BA7C9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887CB25-B607-4F5D-845D-8EBF3EC9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3d2915c1940a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9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998D8-51AC-47CA-9222-2DE548B6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871A18E-38AE-4788-8072-B9C4AC4F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Работа на высоте начинается от 1,3 метра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3BF75-ED69-4A2B-8CF2-8B8404FC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 работе на высоте относится работа на высоте или глубине 1,3 м и более.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Также учитывается расстояние менее 2 м от неограждённой границы перепада.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Безопасность обеспечивают коллективной защитой, доступом и при необходимости страховочной системой.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Конкретные меры фиксируют в проекте производства работ и наряде-допуске.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D9917-AA98-46FB-B8F0-E3A56963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70F0E-D501-450C-9260-9E8DA5FB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8E67D52-658D-44EE-998B-F30E2904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Высота оценивается вместе с краем перепада и фактическим доступом.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E82AE-642F-4FD1-9614-5F050114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E58D1CA-CA7A-4347-98BD-43CEC422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Работы на высоте — приказ № 109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D35F743-AF5C-419E-95E6-206C9A25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A1A85BB-D434-41B5-BAB5-719439E3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b230b217e47d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9561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FBC734-99A0-42DB-9A0A-DDDFBB68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F8E5F86-BA32-4B87-99E3-C8372FF6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Планирование предшествует монтажу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C79C0-F5E1-4291-8150-7D6C8DB7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42225-B4F6-49A8-B8E2-601EAF3F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C0DCAA61-0BBA-4281-9166-89B78202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05C38838-0EB3-4239-9122-57207FD6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Изучить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21E58A02-741E-435C-B10E-2008AFD9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Проект, паспорт системы, схему монтажа, наряд-допуск и ограничения.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B0128-5C68-4577-AB0E-9882214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8606F639-7065-449A-B8B3-78F93FFA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3CCF3BE1-7F7F-4212-9E21-02751057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Осмотреть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3D124A5D-C8F5-4458-A840-E48FE2C5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Основание, фасад, проёмы, коммуникации, движение транспорта и погоду.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56F3F-5492-4BE2-B0C5-67457154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762A112C-2838-4609-8CA0-F624E841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57573352-183A-4691-B2D6-5AD604CA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Организовать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7924063C-D270-4FF3-9BFD-41F1FC29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Опасную зону, складирование, подъём, доступ и спасательные действия.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C51FD-E3B0-4B13-B227-0ED99A75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5778B92F-01F2-46B1-A461-CA6C0B2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4447E053-44E4-4DC2-B6F8-FF8C452D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Проинструктировать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B9E41536-A5DA-4BF4-B199-BFBA0865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Распределить роли, сигналы, порядок монтажа и условия остановки.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249EB-B0E5-41B3-B748-BDF6256C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EA3253-023A-4ECA-A313-AAAEE5C5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F5160C6F-E229-4785-9FF5-A74492DE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Неизвестный тип лесов или отсутствующая схема — основание не начинать монтаж.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EC299F-ED3F-4188-AAFA-C5841082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A0E909C-50CF-4514-AAFC-776A8C95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Работы на высоте — приказ № 109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DD7556F-0EDD-4B75-B036-1B253C6B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CFC2A60-0E46-42A4-9B7D-B657D81C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cb0f9cee248b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946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BA5F2-1E9B-433E-807A-57D8B5C8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C69783A-CFA8-4DBF-887B-F7BF0724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Опасную зону ограждают до начала работ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4D7D4-3B6A-4C93-A720-A56AA246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Границу определяют по высоте, характеру работ и возможной траектории падения предметов.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Ограждение и знаки должны быть заметны, устойчивы и не создавать новый риск.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Проход людей и движение техники через зону согласуют или прекращают.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Материалы не размещают за границей так, чтобы они перекрывали пути эвакуации.</a:t>
            </a:r>
          </a:p>
        </p:txBody>
      </p:sp>
      <p:pic>
        <p:nvPicPr>
          <p:cNvPr id="18" name="VISUAL_03_s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0bf192c4f4c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33DBB957-A776-461B-99B9-FB9BAC61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Ограждение защищает людей внизу ещё до появления первого элемента наверху.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E190B-CE1A-4642-84EC-74830168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851E569-A4CB-4AD7-B638-9207687E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Работы на высоте — приказ № 109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B6A8168-18FF-43C5-963B-C5C29763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AA872A5-6532-45E3-844D-12720BB0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80096727a467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01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9967E-3051-495E-8305-96CE1E73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0BC60D33-DA73-41F1-A88F-E08B6692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D5BD3-3F65-4EE8-B85F-12B313DD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9E5C6AFB-10B3-4C2B-9E3D-DE735101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28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Система лесов и устойчивость</a:t>
            </a:r>
          </a:p>
        </p:txBody>
      </p:sp>
      <p:sp>
        <p:nvSpPr>
          <p:cNvPr id="5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7A91C5FB-2E83-45E2-B011-047B731A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95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Размеры, шаги и крепления принимаются только по проекту, паспорту и схеме конкретной системы.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34B64-09B4-4069-9629-15C4A1EA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ABE2DA5-F4AF-4D21-9094-21076FC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01DEE48-7EA6-4BF7-9B3B-301A8655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79afa1c4345a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031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41499-5524-4E34-8B85-47008C57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A0FDA03-211E-4B28-9EAA-2CF03711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Тип лесов определяет способ сборки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EFAF4-5CF0-49BE-ACDD-6370E0DF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Рамные, хомутовые, клиновые и другие системы имеют разные узлы и ограничения.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Элементы разных систем не смешивают без подтверждённой совместимости.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Схема задаёт последовательность, высоту ярусов, связи, крепления и доступ.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Повреждённый или неизвестный элемент не используют как универсальную замену.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992CD-869D-44DC-926B-6B8E7AA2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580AE-2C55-4017-9473-F75145E6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B2B392C-C964-4ED2-AEAD-A9FDA6B5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Универсальной схемы монтажа для всех лесов не существует.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D5C4A-2ED4-449E-B0EB-0DDBACD2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30CACAE-D1E0-4011-A251-E96061FD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37D678E-C4C8-47DD-BDBD-0ED1B17D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f75bb1c2a435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055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C978D-3363-46C5-B1CB-FA55B006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A16FA03-C315-4D5C-AA53-460EE876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Каждый элемент выполняет свою функцию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B220B-E89B-4096-ACAF-52D8505C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Стойки передают вертикальную нагрузку на основание.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Ригели и поперечины формируют ярусы и поддерживают настил.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Связи и раскосы обеспечивают пространственную жёсткость.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Хомуты, клинья, замки и крепления соединяют систему по схеме изготовителя.</a:t>
            </a:r>
          </a:p>
        </p:txBody>
      </p:sp>
      <p:pic>
        <p:nvPicPr>
          <p:cNvPr id="17" name="VISUAL_03_s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de5a03ee949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28CA787E-AB0C-468E-BA95-44FC8146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Удаление одного элемента может изменить устойчивость всей секции.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CA36A-58D9-412D-BC23-6628F52C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193B21E-5D5F-434B-8C3A-C702BBCB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4FC8DDC-1365-471F-9185-E4C967C8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64b0445cf416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205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E4400-7DAF-4019-AB92-E0611711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180C5E1-2E93-468B-940F-18F32056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Основание безопасно передаёт нагрузку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678FF-C24C-4FDD-9187-F82F9E70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Оценивают несущую способность, ровность, дренаж, пустоты, траншеи и возможную просадку.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Лёд, рыхлый грунт, мусор и случайные подкладки не являются надёжным основанием.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Нагрузку распределяют предусмотренными опорными элементами.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Состояние основания контролируют в течение эксплуатации, особенно после осадков и земляных работ.</a:t>
            </a:r>
          </a:p>
        </p:txBody>
      </p:sp>
      <p:pic>
        <p:nvPicPr>
          <p:cNvPr id="17" name="VISUAL_03_s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a139641174b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954F45D7-916D-45D0-9AE8-8132B157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Вертикальные леса не компенсируют слабое основание.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BBB7D-724A-4225-AFBF-484314EE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032F560-5C70-4FA3-90A3-00069737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A664F13-44BB-4A57-B0A2-9B83B9F0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edfad0063430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7826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374913-B75C-4F08-8DE0-8C670A49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903A78D-601E-4C9D-86E7-37EC1066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Опорные доски и базы работают совместно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ECCDF-0B4B-496A-AB20-E3B48073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Размер и материал опорной доски принимают по проекту и расчёту нагрузки.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Базовая пластина полностью опирается на подкладку и не висит на краю.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Винтовой домкрат используют только в допустимом диапазоне изготовителя.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Кирпич, обрезки и незафиксированные пакеты материала как подкладки не применяют.</a:t>
            </a:r>
          </a:p>
        </p:txBody>
      </p:sp>
      <p:pic>
        <p:nvPicPr>
          <p:cNvPr id="17" name="VISUAL_03_s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ddea107d740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38B4A1E1-C00B-437D-817A-DAAA115A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Сомнительные старые размеры не переносятся: действует проект конкретных лесов.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83D02-4B04-4EE8-AF9F-9C1588E1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F0E2106-C28F-4BB8-A618-57121F3C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D1F4688-78B5-4664-98C5-ABD836CB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4b3c7bc8746a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221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C9EBAA-B53D-42D0-981B-61EF7D99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DC1C622-B183-43A5-A77C-AF69AB7B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Геометрию проверяют по мере монтажа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B89F3-3C71-4439-9B98-B1EF174B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Вертикальность, горизонтальность и расстояния контролируют после каждого участка.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Шаг стоек, ярусов и креплений принимают по проекту и паспорту системы.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Отклонение не исправляют принудительным изгибом или случайной распоркой.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До продолжения монтажа устраняют причину перекоса или просадки.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3E735-0109-4E85-965F-972B95E3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03912-FAF3-4293-A080-E5840902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BF05228-C642-4C6F-9989-FCF6F72C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941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Накопленная небольшая ошибка превращается в опасный перекос на высоте.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1E9B9-6661-40DB-A0BA-93E7855B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0DC3EA4-5757-470D-81B6-55DFE9B4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0F86222-5360-42FB-9914-C783CB6F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223f9f72d438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4049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E0AD94-27AE-4C44-A641-14270A17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733EBBD-1DA9-408A-967C-F362FD5A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Связи обеспечивают жёсткость системы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06447-DB99-43FF-B1D6-D618E118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Продольные и поперечные связи устанавливают в местах и последовательности, заданных схемой.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Связь должна быть исправно закреплена на предусмотренных узлах.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Временное снятие допускается только по разрешённой процедуре с заменяющей мерой.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После удара, перемещения или изменения конфигурации связи проверяют повторно.</a:t>
            </a:r>
          </a:p>
        </p:txBody>
      </p:sp>
      <p:pic>
        <p:nvPicPr>
          <p:cNvPr id="17" name="VISUAL_03_s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c5f04200a48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5993345D-3EC7-455A-8478-C8A46EA1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Связь нельзя считать «лишней», даже если настил пока не нагружен.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9991C-F661-470B-A415-391CA33C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4F13F4C-0B08-47FA-AD72-947807DD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7015229-9CAF-42DC-9C3F-21A84E33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fd8ee83ee4c9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6800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C6F54-71DD-4A1C-A2B5-9F7A82BA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384F244-52C6-47A2-BEA4-130D302E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Раскосы стабилизируют плоскость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36BF3-302E-4DA3-B3BA-CA025186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Раскосы устанавливают с начала монтажа, а не после достижения полной высоты.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Направление, количество и узлы крепления задаются схемой конкретной системы.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Погнутый, треснувший или незафиксированный раскос выводят из работы.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Самовольное снятие для прохода или подачи материала запрещено.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1C69F-251A-493B-BEDE-839970C4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0587E-0651-41CE-8250-BBCC5E63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DF59A50-F3A3-4FEB-AB28-4473A0AD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Отсутствующий раскос может привести к складыванию секции.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61CB3-15D3-42F7-A079-57772AEF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DFCE2FB-06C9-46DD-B8AF-D0140761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967D9D1-904A-44AC-AA7D-218A0735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20254ef56475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51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8ABD6-38F0-464B-8E14-27169BB5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377AD43-9012-4206-BD75-04621346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Крепление к сооружению выполняют по схеме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B8323-426F-4FAC-ADC3-38976A07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Тип анкера, основание, узел и расположение определяются проектом и расчётом.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Крепление не устанавливают в слабый или неизвестный материал без подтверждения.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Анкеры монтируют последовательно, сохраняя устойчивость свободного участка.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Снятие креплений при демонтаже ведут в обратном порядке и только после освобождения ярусов.</a:t>
            </a:r>
          </a:p>
        </p:txBody>
      </p:sp>
      <p:pic>
        <p:nvPicPr>
          <p:cNvPr id="17" name="VISUAL_03_s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c1077615c4c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058888C5-D31B-45D8-A957-E832A20C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Прочность анкера подтверждается проектом и основанием, а не внешним видом.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87490-BE21-4080-BE4D-375296A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CF19BA0-62F2-4C20-9321-B3A5CF72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3C2971E-C284-4498-9008-6ADD0401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32b94e62149a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0316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18433-D738-4337-97CC-4C14B17A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515C976-F64B-41FC-9B8E-23EA33A6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Нагрузка ограничивается классом лесов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ED254-C28A-4804-8437-18634F16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Допустимая нагрузка указывается в проекте, паспорте или маркировке системы.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Учитывают людей, материалы, инструмент, поддоны, временные устройства и динамику подачи.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Материал распределяют равномерно и не складируют у незащищённого края.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Неизвестная или превышенная нагрузка требует разгрузки и проверки.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7464B-4A80-4EEF-8D86-87128B72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731D2-3314-470E-A34C-04AE1B1F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1898C61-E7E5-4974-B76B-F87877CD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Старые значения нагрузки не применяются без подтверждения для данной системы.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FF83D-5E44-4CC3-8C57-301698A1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F16BAD0-6E9D-49C1-B8A6-43070EDE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E08FE9E-9712-4F32-8B9C-5BF0B265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380642d2844c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323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FB4D1-4CF4-4CF5-8EB7-D2ED2703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3_s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7d0dfb6c34b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E1153A4A-ED1A-4472-A161-A0622B45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90F73-D209-45E3-A6A2-F2EC4EDD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B78F148B-54B6-43F2-890D-F05B0152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Настил, доступ и защита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BC56D7EC-5535-4846-A4BC-3E101374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Рабочая площадка должна быть непрерывной, ограждённой и доступной без подъёма по конструкции.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F6E04-B6FB-4561-AA78-3148B2C1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87F6626-9321-4488-9B2B-2BCAA0ED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8922EE0-D322-4BEC-B3B9-34DF15C8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5402ca62a483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6109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2A5A0-4D0C-4691-B660-B279BD60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F13AD8B-1892-4EB0-AA93-028B4460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Настил выбирают как элемент системы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E7178-3517-4A2F-9020-BB9DAF1A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Дощатые и металлические настилы должны соответствовать системе, пролёту и нагрузке.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Повреждённые доски, деформированные панели и элементы с ослабленными замками бракуют.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Настил укладывают в предусмотренном направлении и на штатные опоры.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Случайные щиты и материалы не используют вместо рабочего настила.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CF64F-5C37-4F06-B79E-730F88BE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373DB-C543-4293-A392-024FCF6B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235C43F-9FD8-447A-B8C1-4E21A557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Настил — несущий элемент, а не просто поверхность для ходьбы.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5AD32-3933-495A-89FF-D7A1B3A7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EF71762-0A1F-41C6-8449-381487BA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D61AAEC-3372-4CE7-8788-BDC5A967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c6cb50bf34e4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6289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0B217-1D77-4AFE-A534-3F4BAA71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D286AD9-C6AC-4DAB-9374-C90DC518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Настил закрепляют от смещения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47B0E0-F736-4DA3-B783-DAB4E38C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Панели и доски фиксируют штатными замками, упорами или предусмотренным способом.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Зазоры и перекрытия принимают по паспорту и схеме монтажа.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Отверстия и временно снятые участки немедленно ограждают.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После перемещения материала проверяют, не сдвинут ли настил и ограждения.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0C181-D316-4EF3-9F1F-252BDCD3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4A79B-A707-4B4D-8C4B-BBBFB11E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9BA5F11-5AD5-4048-9BEA-887551DE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Неподвижность настила проверяют до допуска людей.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C20B9-B602-4D45-BE1A-B9C32500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DF2822D-5176-42DE-8A44-7219E1B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D153E29-7EAD-4396-96C7-C56C29CD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6bcdb4607463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1133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1090C-E509-4175-9B88-652E0F64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14A3E91-6483-4FEA-8A60-03657ED1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Ограждение защищает от падения с края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07541-3FB0-406B-ABB9-C299865E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Поручни, промежуточные элементы и бортовая защита устанавливаются по системе и проекту.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Ограждение должно быть непрерывным на рабочем ярусе и у торцов.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Снятый элемент ограждения немедленно заменяют эквивалентной мерой и восстанавливают.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Запрещено вставать на поручень или использовать его как опору для подъёма.</a:t>
            </a:r>
          </a:p>
        </p:txBody>
      </p:sp>
      <p:pic>
        <p:nvPicPr>
          <p:cNvPr id="18" name="VISUAL_03_s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2240ccd2545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48EBF9C4-909D-432E-9F27-3D9B32DA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Коллективная защита действует для всех работников одновременно.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DF665-9253-4C5E-9053-A9FA3ED2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9B30B8F-92AF-43A3-8B2A-4685F7A7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Работы на высоте — приказ № 109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506131C-DF1D-4B6E-BEE9-E40727C3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B59E25C-6323-4FA4-BF63-CE0066A8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681d9f650482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7356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2291C-8369-4BD0-8497-2D84D33F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BB301EC-B661-4F99-9A64-B73F1A4C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Доступ организуют отдельно от конструкции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1A790-6324-4BE7-99AC-C25187C4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На ярусы поднимаются по предусмотренным лестницам, лестничным маршам или башням.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поднимаются по раскосам, стойкам, наружной стороне или незафиксированным элементам.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Вход и выход не должны требовать перелезания через ограждение без защищённого проёма.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Люки и площадки сохраняют свободными от материалов.</a:t>
            </a:r>
          </a:p>
        </p:txBody>
      </p:sp>
      <p:pic>
        <p:nvPicPr>
          <p:cNvPr id="17" name="VISUAL_03_s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4b4a91b894c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5AED8AF8-1686-41C7-B128-4E323004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Безопасный настил бесполезен, если к нему ведёт опасный подъём.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5ACC28-9B9E-4485-B9CF-78DEC6F4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8411EF2-7B3D-40A4-9B30-7212B868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E285CD9-7F59-4464-8C1F-CBA404EA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53ffbad024e9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368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60A14-F35C-4AB1-AC2F-3FDB9FDE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6186FE8-5B33-484D-9D5F-1A1C47F2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Лестница должна быть частью решения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5E0EE8-7DF4-43AD-B965-FE06B2EB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Тип, угол, крепление и выход лестницы определяются проектом и паспортом лесов.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Ступени, тетивы, площадки и запирающие элементы проверяют до использования.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Лестницу не загромождают и не используют для одновременной подачи длинного груза.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Неисправный доступ закрывают до восстановления.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0DEE9-0B18-49AC-9B07-BB98E7B4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314EB-D2E9-4021-B44F-85E8F47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B302C8A-A151-4CCE-BB33-C0F9D308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Противоречивые старые интервалы ступеней не переносятся как универсальная норма.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EF6A9-DE3B-4141-A802-C49BBCAC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463BB82-CF14-4860-8BE1-F1B2746C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6C14FA0-79A8-4A28-AD33-40DE9BF7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c581b1448492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069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4D345-DF3C-4CCA-A81C-C3293AD4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DDC5E99-146C-4EE7-A9E7-0E0A1920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Материалы поднимают отдельно от людей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7D213-FA6D-442E-9DB1-B5135D5F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Используют предусмотренные подъёмные средства, тару и места приёма груза.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Маршрут груза и зона внизу освобождаются; команда подачи согласуется.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Инструмент и мелкие детали закрепляют от падения.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Перенос груза по лестнице допускается только если сохраняются безопасный хват и опора.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10C9F-BE75-48D7-A663-E2607065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FD0A1-F008-4095-B518-00300AFC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7CC6240-FEB2-4499-B528-543B6F45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Руки работника на лестнице предназначены прежде всего для безопасного подъёма.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39592-0189-4B3F-9013-4F5E3124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3C991FA-E557-4279-AF54-AC150B41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A1BDA53-C2CE-4C5E-BA39-CA8C07E2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c159fdfcf41d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7377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E3E69-9EC9-4A09-91C9-C10C400E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BB928BD-401F-453A-878D-4E8A2A36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Сначала применяют коллективную защиту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77463-2098-4D98-8B2B-1C2FBAC7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Монтаж планируют так, чтобы ограждения и защищённые площадки появлялись как можно раньше.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Страховочная система применяется там, где риск нельзя устранить коллективной мерой.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Метод монтажа должен защищать работника при установке следующего яруса.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Снятие защиты допускается только при контролируемой альтернативе.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C749D-39F0-4BB2-8F28-B530DAB1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23B2C-29A0-401E-A658-3A5157A0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241E0B2-5845-45EA-8BF2-48C80D3E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Приоритет — не допустить падение, а не только остановить его.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4B7A3-4823-4ECC-9618-9C9A4BF8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D26D0282-F64A-44FD-9728-1D5B5ACB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Работы на высоте — приказ № 109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2A9AD45-150E-440B-AD31-B6D91F28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BA3DA0A-E6FB-401B-A540-240786A4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ea1d1bffa472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26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07301-8996-4206-961D-7C50C50C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799D6B4-A162-41C5-93BC-9F5FBAC1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Страховка требует запаса высоты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DFFA3-5924-4A19-A894-36D40C55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Применяют совместимую систему, подходящую к задаче и условиям рабочего места.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Анкерную точку выбирает ответственное лицо с подтверждением пригодности.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Учитывают длину соединительной подсистемы, раскрытие амортизатора и запас высоты.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Компоненты осматривают до применения; повреждённые выводят из эксплуатации.</a:t>
            </a:r>
          </a:p>
        </p:txBody>
      </p:sp>
      <p:pic>
        <p:nvPicPr>
          <p:cNvPr id="18" name="VISUAL_03_s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cabe1dcc847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C19E0F9-D440-42DB-971B-505EEA20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Зацепиться за ближайший элемент — не значит обеспечить безопасную страховку.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BBD2C-4FEC-472E-9C34-86AE09C6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839BA60-81A3-444F-9500-1444A389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Работы на высоте — приказ № 109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CB584B8-938A-49BB-966E-732F3D69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FFBA224-275A-47DD-B15E-4037FD25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27f32f98d4f2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11436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76CF8-29CC-4E06-A6D1-FCD8A459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5905877-D1A0-44DD-892D-F5702BC8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Предметы защищают от падения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FEEAA-5A5F-48EF-BF8D-754F5094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Устанавливают бортовые элементы, защитные сетки или другие предусмотренные меры.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Инструмент закрепляют, мелкие детали хранят в закрываемой таре.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Материал не складывают у края и не бросают вниз.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Опасную зону внизу сохраняют до полного окончания работ и уборки.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8CB79-185F-45F6-8ECA-104B9ED0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C2883-86A2-45E9-939C-4D50D808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FAE8F181-2C00-41CF-B270-23B89F0F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Каска снижает тяжесть травмы, но не заменяет предотвращение падения предмета.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8F56A-AAB3-41A0-9E74-7616C122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01D625B-32DA-4235-975A-4DFD66A5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28F4E9A-20E7-45B3-BFAE-AFFB6252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967c354c9445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5306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CD8E0-C7FF-4940-BBB9-F5C21291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A2B1782-3E63-4EBD-8DAC-14C39162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Электроустановки меняют условия монтажа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E3CF8-6468-4665-8482-85AF35B3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До работы выявляют линии, кабели, токоведущие части и возможное наведённое напряжение.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Опасные расстояния и защитные меры определяются нарядом-допуском и ответственными лицами.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Металлические элементы не перемещают в сторону проводов без контролируемой схемы.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При изменении положения линии или лесов оценку выполняют повторно.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FD359-DD59-441B-ABC2-C2A42554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4F01B-6962-4C0D-82B5-2CF554DE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0FC4A84-A13D-4A6B-B494-387A7E03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Нельзя определять безопасное расстояние до напряжения на глаз.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4B00C-FC6E-48A5-88C8-51E370BF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8EC7EDF-FD14-4543-B7C4-764AAED7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Работы на высоте — приказ № 109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EF53B7E-B9E1-4AD8-9D8C-1B5FDC31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89C448C-14C1-471A-87D4-13007074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37ecce6ab410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769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F4DBF-C265-4623-85FB-BF52EB2C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C374B5B-9C85-4FC9-93C8-DD7EB98D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Погода может потребовать остановки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5C676-0804-44D2-A557-185F3AAE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64E87-9A27-42AE-80C2-7CEB031A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50CE5-8AE5-42D6-A96D-765F4AF5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DAFCF-1F87-45DB-84B6-E503EE09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Ветер, гроза, осадки, лёд, жара и плохая видимость влияют на устойчивость и действия человека.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Предельные условия принимают по проекту, паспорту системы и локальной инструкции.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После неблагоприятной погоды проверяют основание, крепления, настил и защитные элементы.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Работа не возобновляется только потому, что осадки закончились.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071E9-4065-4E2F-ACED-3BD81862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Неподтверждённая универсальная скорость ветра не заменяет требования конкретной системы.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482F4-9E14-4862-AF7F-617F3F13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5A63BFF-55D9-49FF-9DA6-B8BCA5AE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D02BDD7-E2B6-4ECB-B90D-AA2D8214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6d6659c244ac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4066A321-DACE-40A0-AFB5-152562AB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СТОП</a:t>
            </a:r>
          </a:p>
        </p:txBody>
      </p:sp>
    </p:spTree>
    <p:extLst>
      <p:ext uri="{BB962C8B-B14F-4D97-AF65-F5344CB8AC3E}">
        <p14:creationId xmlns:p14="http://schemas.microsoft.com/office/powerpoint/2010/main" val="10651568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B9B3A-289C-40F3-AB9B-DA2159C2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EBFCD29A-E5D5-4C71-BBB2-5AC97AA5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557AC-FD06-4882-88BA-DC8DB60C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CF66F114-3C77-402A-8201-DEDB34D9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28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Проверка и эксплуатация</a:t>
            </a:r>
          </a:p>
        </p:txBody>
      </p:sp>
      <p:sp>
        <p:nvSpPr>
          <p:cNvPr id="5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8FBB5B49-6ACD-41D7-B320-AFFA8280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953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Леса допускаются к работе только после проверки, а изменения требуют нового осмотра.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EC720-DDEF-4F98-869B-FA5D52FF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9B159AA-4E3E-43C8-9132-77BE0EDB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FFF6FFE-CE97-42C6-B5D0-2A15E482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513aad48b48b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4947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D22A2B-7BA0-4BEB-99CD-F81F4059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5C3B7E0-6F6A-4320-890E-0C891870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Проверка охватывает всю систему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76F82-3B85-4F84-B4A5-BFD0209E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A85F03-085D-487C-B29B-15CE21BD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8EB6F5E9-4A68-4793-9239-3BCA8BBE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280495B3-F2B0-4ED9-A958-C84366ED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Основание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0B230CB2-EEB1-4C6C-B276-724FB203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Просадка, подкладки, базы, вода и состояние грунта.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79293-27F6-4D37-B9F7-82701834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C1CC2CF2-8E78-42BA-A6D2-7B18C5A6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B7BD0F40-901F-4E21-A792-3E5D2898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Конструкция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7B8F74A7-9188-4925-9C02-679BC82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Стойки, ригели, связи, раскосы, замки и анкеры.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2CA4A-4220-4EDD-A9F9-A9504272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6B17A2B4-0AFB-4507-A2AA-2221A709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0F7AD961-05B1-445D-B6F9-353AAEA7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Рабочий ярус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8EEC5052-6E6E-41DF-895F-33D80DE4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Настил, ограждения, доступ, люки и защита от предметов.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9B3FF-1B95-4B9C-8D99-129D8B68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9C8B7280-DCE7-491D-BA29-8D7B6904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824F384A-36C8-4718-9730-0DA2F831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Статус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E8382BEE-5936-47CB-8DF9-8ACAAB11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Нагрузка, ограничения, маркировка и запись результата осмотра.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03038C-900F-440B-AC21-FA617D04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6154D-F647-41F4-B7CD-064BC4EE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60FF910-85A1-46F9-9A56-06F45ED9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Проверка одного яруса не подтверждает безопасность всей системы.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06116-DA7F-4FF8-9FD2-3489CA37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4FF3114-2916-4A8B-ACE1-86E76413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763B3BE-A190-4E3E-AEF7-79743DE9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4ead512e5472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7915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A4BDE-BBC6-468B-AF94-AE185F67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D4A464B-32BA-44B0-ABD5-FBAAEE6E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Повторный осмотр нужен после изменения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19EFE-BAA8-4E19-BC60-904E205C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Проверяют после монтажа и перед первым допуском к эксплуатации.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Повторная проверка нужна после изменения конфигурации, повреждения или удара.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Неблагоприятная погода, просадка грунта и длительный перерыв также требуют осмотра.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До подтверждения безопасности доступ ограничивают.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CA851-BDFE-4935-BD63-57BE5DAC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5460F-EDA9-4A33-A2BF-9A22E136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CB37DE1-3E9E-479C-BED0-FCED9074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Старый статус допуска не действует после существенного изменения условий.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23859-71EB-4C36-8A21-3D44B266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27BF64D-58B2-40E2-8F84-B3DCD768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6B6173E-B208-4F96-9F3D-4E2FF432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27349b4d84ea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499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EEA3D-EABC-4CD1-9C40-9A692E42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481BBD0-61F6-4EA0-AB1B-C37674DA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Маркировка показывает текущий статус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DA069-2DD2-4628-9667-79C73F34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 входа размещают понятный статус: допущено, ограничено или запрещено к использованию.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Указывают ответственного, дату проверки и существенные ограничения, если это предусмотрено процедурой.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Отсутствующая или просроченная маркировка означает необходимость уточнить статус.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Пользователь не изменяет маркировку самостоятельно.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4ED23-094E-45D5-A6D5-5875603C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4A970-EB75-4E08-A19D-DF7B52B6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781B4E16-29EF-4E2D-81BF-8527227E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Цвет ярлыка без локальной легенды не является достаточной инструкцией.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C4EEA-294E-43C7-A1AC-63506185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F89A65C-8AA4-41D5-A307-DE405A8A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2F34E30-5AE2-4FC4-B8DB-BE30179C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a21e6e782414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0171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124D9-5EC4-4ADE-94C2-F3550B96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EC4F481-59E4-4E44-8A94-F423E067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Пользователь проверяет леса перед работой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761FA-C9CB-4025-BC3A-1442A06F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Убедитесь, что статус допуска действителен и относится к нужному участку.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Осмотрите доступ, настил, ограждение, чистоту и видимые повреждения.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Соблюдайте ограничения нагрузки и назначение яруса.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Немедленно сообщайте о снятом элементе, просадке, раскачивании или постороннем вмешательстве.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41321-F08A-44BA-B9F6-FA447413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7FCA0-8A87-4CA7-8CDF-E9468927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5AA0BD4-9150-4653-A940-62CD4C80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Ежедневный взгляд пользователя дополняет, но не заменяет формальную проверку.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CA50D-D272-4673-86B1-41FF4120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33EF836-4DDA-44DD-84FB-EE1F6B97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A9594BF-3331-4A65-B910-434108E7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75151b995417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5621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3DD7B-F61F-42E8-B194-B5BF31EB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AF3C7BD-DD51-4B39-9CAE-D26E3889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Самовольные изменения запрещены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8E9DC-DBCD-46B3-BED4-5A6AE8AA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650FE-B858-456B-B7BA-FE75D0C1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5D54B-2765-47AB-B1B5-506B5260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24F35-4F68-4F8D-BB07-A7C3D6FD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снимайте связи, раскосы, анкеры, настилы или ограждения для удобства работы.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перегружайте ярус и не ставьте подмости или лестницы на настил без проектного решения.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крепите тали, рукава, баннеры или оборудование к лесам без подтверждения.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используйте леса при неизвестном статусе или видимом повреждении.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5B617-05EC-453F-A296-411AC5D4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Любое изменение нагрузки или конфигурации требует согласования и проверки.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6269B4-4F98-4FBE-9B8D-E6DF97C8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B747DDE-F52D-4D88-881C-0AFA15E6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AC70933-D4D6-4AE4-A205-34E176CD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bd59d40484a7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6" name="STOP_SIGN">
            <a:extLst xmlns:a="http://schemas.openxmlformats.org/drawingml/2006/main">
              <a:ext uri="{FF2B5EF4-FFF2-40B4-BE49-F238E27FC236}">
                <a16:creationId xmlns:a16="http://schemas.microsoft.com/office/drawing/2014/main" id="{1326E807-5104-4A9D-A827-FA89E029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СТОП</a:t>
            </a:r>
          </a:p>
        </p:txBody>
      </p:sp>
    </p:spTree>
    <p:extLst>
      <p:ext uri="{BB962C8B-B14F-4D97-AF65-F5344CB8AC3E}">
        <p14:creationId xmlns:p14="http://schemas.microsoft.com/office/powerpoint/2010/main" val="28354934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B01070-0F1B-4238-BA12-901B887D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6823F97-2781-4937-AC4E-EDD75A43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Демонтаж ведут сверху вниз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87EC8-D8DF-4B83-A20F-61345B30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ABE93-E59B-4AA5-B12B-8971793C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A1C34FC3-3F64-4F15-AB71-9B65D844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B1D60F56-496F-4CDA-BB25-F9763539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Освободить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D36EC6DD-DFD2-4C4C-B9FA-C52507BC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Убрать людей, материалы, мусор и посторонние крепления.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B0CBA-6352-4222-90AE-E6A73F0A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64EAC74E-ABA2-40A6-AE1B-51DB567E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5870A2D6-C2C4-418F-868B-118327B9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Оградить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EA2A8CB4-6193-4132-A03C-8AF357F1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Восстановить опасную зону, сигналы и порядок передачи элементов.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EE879-90E6-45EC-9910-EB66EDC2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1C7C4F58-9AF4-40C1-82A7-D97B0C00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9D084C73-BACD-4D15-883A-D6BC86FB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Разобрать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D0D28D30-BA08-4EFB-AC13-012F8369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Снимать сверху вниз, сохраняя связи и анкеры до разрешённого этапа.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31B48C-2018-41F2-A5EC-43462FAE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DF846B45-3CB0-4CEE-BDF1-93E040E4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F3A8976E-DDC2-4358-92B8-1F299EB4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Передать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AB532201-CDFA-405C-9CBC-5637E517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Не бросать элементы; осматривать, сортировать и складировать устойчиво.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C811D-90EC-47DB-8C1D-F73570D9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7BC77-5DAB-4963-B439-13E06A95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30F083B8-09A1-413F-A531-88D02581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Преждевременное снятие связи или анкера может вызвать обрушение оставшейся части.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098FF9-8068-4C71-8163-BB9E3268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E2D0DFE-885E-4DCF-B7E7-E9A342BE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37B3F79-C554-401D-B1CD-CB5A4AAA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71dc54c194bb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16305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160E2-BFF6-4709-BE21-0D314B09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FBCA529-2783-4385-BB37-9701DA72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После демонтажа элементы сортируют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06F5D-CE92-4AED-A576-0C8C0BBC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Очищают элементы способом, не повреждающим замки, покрытие и геометрию.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Проверяют деформацию, трещины, коррозию, сварные швы и комплектность.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Годные элементы складируют по типам на устойчивой площадке.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Брак маркируют и физически отделяют от пригодного материала.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333D0-0065-47AE-AD7D-216C53AF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9E68A-1D10-44F1-A4A2-99CF9175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66DB925-4A7E-431D-B4D6-46E27918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Повреждённый элемент не возвращают в оборот «до следующего ремонта».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09FCD-E94B-4CBC-9613-65D81F7F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BC80491-E0C6-4D0A-A77D-E469E5A2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D37F2A8-9257-4D0C-B43F-F95374D6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4f2430b9143f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4302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C8B1F-D8E7-43E1-9025-3A743DA7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0BC0857-623B-4A0E-B123-0FA66B7B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Деревянные элементы: пожарный риск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213F7-798E-4FEA-AAE7-92C9A599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Удаляйте горючие отходы и не допускайте накопления сухой древесины и упаковки.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Огневые работы рядом выполняют только с предусмотренными мерами и контролем.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Эвакуационные пути и доступ к средствам пожаротушения сохраняют свободными.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Пропитка или покрытие учитываются только при подтверждённом состоянии и назначении.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4D310-4F54-4908-B4CF-ABA35CAB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EC406-B1F5-4A71-A3C2-DA2F84DA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BCA341D-FE58-4469-8FA7-8AACC96C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Деревянный настил не становится негорючим из-за одного старого покрытия.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6A63F-25EA-4754-8082-95CCD9BF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793FE48-8611-45B5-9C6C-185660AD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6E0A4C1-889D-43E4-9C08-1CD8E23A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0C3CAA6-87D1-4DDA-ABC5-7351F84C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79da814274d1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9200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D355A-B320-41DE-9E76-F136906C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C7459CE-70AA-42CD-B790-D05E7F3E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Деформация или просадка требуют эвакуации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D7B39-00CF-493C-B16D-AEC61F0C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E3469-71F3-4362-AE27-809D1ADC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9EE47-3FAF-4A90-891A-3FEAB1BE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F82DE-57E6-4ACF-BDA3-BA39BB72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Прекратите работу, предупредите людей и организованно покиньте опасный участок.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Оградите доступ и не пытайтесь выправлять нагруженную конструкцию самостоятельно.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Сообщите руководителю и назначенному лицу, опишите место и признаки изменения.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Возобновляйте работу только после обследования, устранения причины и нового допуска.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63574-0683-424C-B71D-B8BEB474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Раскачивание, ослабление замка, треск или просадка — не нормальная «усадка» лесов.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3A214-0BAC-432E-B68C-AF6DEC3A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AF53DB62-88CA-44C1-AC47-E557B3FE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Работы на высоте — приказ № 109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42F17C4-43ED-41C4-8C3F-47D9B880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Лесомонтажные работы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8F3B297-476D-4413-A416-D8425472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1f4e0020d477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76DAABE2-454C-4DA9-A198-0737440D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СТОП</a:t>
            </a:r>
          </a:p>
        </p:txBody>
      </p:sp>
    </p:spTree>
    <p:extLst>
      <p:ext uri="{BB962C8B-B14F-4D97-AF65-F5344CB8AC3E}">
        <p14:creationId xmlns:p14="http://schemas.microsoft.com/office/powerpoint/2010/main" val="120483846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7D833802-A69D-4129-BA28-6DB4E9CC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Итоговый чек-лист лесомонтажника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FDAE8-C3D8-48DF-8169-42379FA6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B65BD-66EE-4880-ABC4-AF7854B4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87121-091E-43F2-80A0-6A5C573D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Есть проект, паспорт, назначенные роли и безопасная зона.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D95D86-C0EF-4D84-9FEC-08516A29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7C7D2-FFD8-410F-B534-B81C18CF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217D2-4BDA-4EB6-9336-F0CC5A19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Основание, базы, геометрия, связи и крепления соответствуют схеме.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25DE9-5EE0-44EB-BEAC-B0527D92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FE36B-A980-43BC-B324-A331DC0D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4A45F-A436-4C21-8821-EFF4CFE0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Настил, ограждение, доступ и защита от предметов завершены.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98085-ED24-4E7B-B6CA-E760F58D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8BD2A-EEF6-4588-A16A-F329899C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A8DE3-D9B1-47EF-A2F7-9C15C994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Статус допуска действителен; нагрузка и погода контролируются.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1D55E-105E-4684-A9CC-E6CEA59A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8FAFF-7B4F-47EC-AA83-255085E3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8622A-4AD2-4DE7-9C14-8E6FFE45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 изменении, повреждении или сомнении работа остановлена.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403D9-3CC1-4BD0-AF3A-9EE417A3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Нажмите «Начать тест»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C8B83-112D-4F29-95FA-5E7172B0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Актуализировано: 21.08.2026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341c967e34f2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496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2026-08-25T14:17:46.2210000Z</dcterms:created>
  <dcterms:modified xsi:type="dcterms:W3CDTF">2026-08-25T14:17:46.2210000Z</dcterms:modified>
</coreProperties>
</file>
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863564fc9c4b4b" /><Relationship Type="http://schemas.openxmlformats.org/officeDocument/2006/relationships/extended-properties" Target="/docProps/app.xml" Id="Rc102d14d195043d6" /><Relationship Type="http://schemas.openxmlformats.org/officeDocument/2006/relationships/officeDocument" Target="/ppt/presentation.xml" Id="R2be18fee0f0e43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8cbf403f7649ed"/>
    <p:sldMasterId xmlns:r="http://schemas.openxmlformats.org/officeDocument/2006/relationships" id="2147483650" r:id="R3b57f960221a4e61"/>
  </p:sldMasterIdLst>
  <p:sldIdLst>
    <p:sldId xmlns:r="http://schemas.openxmlformats.org/officeDocument/2006/relationships" id="256" r:id="R3aa89ca8d0ea40b3"/>
    <p:sldId xmlns:r="http://schemas.openxmlformats.org/officeDocument/2006/relationships" id="257" r:id="R785590cf3c2740b2"/>
    <p:sldId xmlns:r="http://schemas.openxmlformats.org/officeDocument/2006/relationships" id="258" r:id="Rc21ae728a13b4ede"/>
    <p:sldId xmlns:r="http://schemas.openxmlformats.org/officeDocument/2006/relationships" id="259" r:id="Rf88359dc69074241"/>
    <p:sldId xmlns:r="http://schemas.openxmlformats.org/officeDocument/2006/relationships" id="260" r:id="R0000381496784a13"/>
    <p:sldId xmlns:r="http://schemas.openxmlformats.org/officeDocument/2006/relationships" id="261" r:id="R61f5d85142eb48ac"/>
    <p:sldId xmlns:r="http://schemas.openxmlformats.org/officeDocument/2006/relationships" id="262" r:id="Rfc084a0d54624683"/>
    <p:sldId xmlns:r="http://schemas.openxmlformats.org/officeDocument/2006/relationships" id="263" r:id="Redcd9d962ba34674"/>
    <p:sldId xmlns:r="http://schemas.openxmlformats.org/officeDocument/2006/relationships" id="264" r:id="R86ea78dcd3bf40ab"/>
    <p:sldId xmlns:r="http://schemas.openxmlformats.org/officeDocument/2006/relationships" id="265" r:id="Rb006845ac0784e1a"/>
    <p:sldId xmlns:r="http://schemas.openxmlformats.org/officeDocument/2006/relationships" id="266" r:id="R8f20214b5adc48b8"/>
    <p:sldId xmlns:r="http://schemas.openxmlformats.org/officeDocument/2006/relationships" id="267" r:id="Re363ae2d9250495b"/>
    <p:sldId xmlns:r="http://schemas.openxmlformats.org/officeDocument/2006/relationships" id="268" r:id="R8513cb702daf4fcc"/>
    <p:sldId xmlns:r="http://schemas.openxmlformats.org/officeDocument/2006/relationships" id="269" r:id="Rf2b0a113d8fb43a8"/>
    <p:sldId xmlns:r="http://schemas.openxmlformats.org/officeDocument/2006/relationships" id="270" r:id="R60f0b81f462f4439"/>
    <p:sldId xmlns:r="http://schemas.openxmlformats.org/officeDocument/2006/relationships" id="271" r:id="R46fe97ff923e449a"/>
    <p:sldId xmlns:r="http://schemas.openxmlformats.org/officeDocument/2006/relationships" id="272" r:id="R8310791dcc53421b"/>
    <p:sldId xmlns:r="http://schemas.openxmlformats.org/officeDocument/2006/relationships" id="273" r:id="R340cad3147e74670"/>
    <p:sldId xmlns:r="http://schemas.openxmlformats.org/officeDocument/2006/relationships" id="274" r:id="R9885810db3f24768"/>
    <p:sldId xmlns:r="http://schemas.openxmlformats.org/officeDocument/2006/relationships" id="275" r:id="R7b1984d6aede45e3"/>
    <p:sldId xmlns:r="http://schemas.openxmlformats.org/officeDocument/2006/relationships" id="276" r:id="R52e016b4e6f140be"/>
    <p:sldId xmlns:r="http://schemas.openxmlformats.org/officeDocument/2006/relationships" id="277" r:id="R55e9d46b4ed942e6"/>
    <p:sldId xmlns:r="http://schemas.openxmlformats.org/officeDocument/2006/relationships" id="278" r:id="R40838c1040eb4eb3"/>
    <p:sldId xmlns:r="http://schemas.openxmlformats.org/officeDocument/2006/relationships" id="279" r:id="Rc35b4dc39ee34c8e"/>
    <p:sldId xmlns:r="http://schemas.openxmlformats.org/officeDocument/2006/relationships" id="280" r:id="R5a4ed78c6a884a03"/>
    <p:sldId xmlns:r="http://schemas.openxmlformats.org/officeDocument/2006/relationships" id="281" r:id="Rcf9a0442dc324c18"/>
    <p:sldId xmlns:r="http://schemas.openxmlformats.org/officeDocument/2006/relationships" id="282" r:id="R1351867790c24979"/>
    <p:sldId xmlns:r="http://schemas.openxmlformats.org/officeDocument/2006/relationships" id="283" r:id="R55678712a9de482d"/>
    <p:sldId xmlns:r="http://schemas.openxmlformats.org/officeDocument/2006/relationships" id="284" r:id="R2f919e8fb6834744"/>
    <p:sldId xmlns:r="http://schemas.openxmlformats.org/officeDocument/2006/relationships" id="285" r:id="R7eaed902776e459c"/>
    <p:sldId xmlns:r="http://schemas.openxmlformats.org/officeDocument/2006/relationships" id="286" r:id="Rd580b472bb294701"/>
    <p:sldId xmlns:r="http://schemas.openxmlformats.org/officeDocument/2006/relationships" id="287" r:id="R4b91a9911caf4415"/>
    <p:sldId xmlns:r="http://schemas.openxmlformats.org/officeDocument/2006/relationships" id="288" r:id="Rd74bf3e7b2804596"/>
    <p:sldId xmlns:r="http://schemas.openxmlformats.org/officeDocument/2006/relationships" id="289" r:id="Rf4d40a29e69e4c0c"/>
    <p:sldId xmlns:r="http://schemas.openxmlformats.org/officeDocument/2006/relationships" id="290" r:id="R60994c5eaf3a440f"/>
    <p:sldId xmlns:r="http://schemas.openxmlformats.org/officeDocument/2006/relationships" id="291" r:id="Rcb2c227253964388"/>
    <p:sldId xmlns:r="http://schemas.openxmlformats.org/officeDocument/2006/relationships" id="292" r:id="R9831b26ee95b4e03"/>
    <p:sldId xmlns:r="http://schemas.openxmlformats.org/officeDocument/2006/relationships" id="293" r:id="R5325a7c4ec75456c"/>
    <p:sldId xmlns:r="http://schemas.openxmlformats.org/officeDocument/2006/relationships" id="294" r:id="R51fab01105c44ed9"/>
    <p:sldId xmlns:r="http://schemas.openxmlformats.org/officeDocument/2006/relationships" id="295" r:id="R87c5ad1643084e61"/>
    <p:sldId xmlns:r="http://schemas.openxmlformats.org/officeDocument/2006/relationships" id="296" r:id="Rfa03c5cf84e843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ac14f6cb6d4e91" /><Relationship Type="http://schemas.openxmlformats.org/officeDocument/2006/relationships/slideMaster" Target="/ppt/slideMasters/slideMaster1.xml" Id="R778cbf403f7649ed" /><Relationship Type="http://schemas.openxmlformats.org/officeDocument/2006/relationships/slideMaster" Target="/ppt/slideMasters/slideMaster2.xml" Id="R3b57f960221a4e61" /><Relationship Type="http://schemas.openxmlformats.org/officeDocument/2006/relationships/presProps" Target="/ppt/presProps.xml" Id="Rfe3cf491810647e9" /><Relationship Type="http://schemas.openxmlformats.org/officeDocument/2006/relationships/tableStyles" Target="/ppt/tableStyles.xml" Id="R75bd248029f348ce" /><Relationship Type="http://schemas.openxmlformats.org/officeDocument/2006/relationships/slide" Target="/ppt/slides/slide1.xml" Id="R3aa89ca8d0ea40b3" /><Relationship Type="http://schemas.openxmlformats.org/officeDocument/2006/relationships/slide" Target="/ppt/slides/slide2.xml" Id="R785590cf3c2740b2" /><Relationship Type="http://schemas.openxmlformats.org/officeDocument/2006/relationships/slide" Target="/ppt/slides/slide3.xml" Id="Rc21ae728a13b4ede" /><Relationship Type="http://schemas.openxmlformats.org/officeDocument/2006/relationships/slide" Target="/ppt/slides/slide4.xml" Id="Rf88359dc69074241" /><Relationship Type="http://schemas.openxmlformats.org/officeDocument/2006/relationships/slide" Target="/ppt/slides/slide5.xml" Id="R0000381496784a13" /><Relationship Type="http://schemas.openxmlformats.org/officeDocument/2006/relationships/slide" Target="/ppt/slides/slide6.xml" Id="R61f5d85142eb48ac" /><Relationship Type="http://schemas.openxmlformats.org/officeDocument/2006/relationships/slide" Target="/ppt/slides/slide7.xml" Id="Rfc084a0d54624683" /><Relationship Type="http://schemas.openxmlformats.org/officeDocument/2006/relationships/slide" Target="/ppt/slides/slide8.xml" Id="Redcd9d962ba34674" /><Relationship Type="http://schemas.openxmlformats.org/officeDocument/2006/relationships/slide" Target="/ppt/slides/slide9.xml" Id="R86ea78dcd3bf40ab" /><Relationship Type="http://schemas.openxmlformats.org/officeDocument/2006/relationships/slide" Target="/ppt/slides/slide10.xml" Id="Rb006845ac0784e1a" /><Relationship Type="http://schemas.openxmlformats.org/officeDocument/2006/relationships/slide" Target="/ppt/slides/slide11.xml" Id="R8f20214b5adc48b8" /><Relationship Type="http://schemas.openxmlformats.org/officeDocument/2006/relationships/slide" Target="/ppt/slides/slide12.xml" Id="Re363ae2d9250495b" /><Relationship Type="http://schemas.openxmlformats.org/officeDocument/2006/relationships/slide" Target="/ppt/slides/slide13.xml" Id="R8513cb702daf4fcc" /><Relationship Type="http://schemas.openxmlformats.org/officeDocument/2006/relationships/slide" Target="/ppt/slides/slide14.xml" Id="Rf2b0a113d8fb43a8" /><Relationship Type="http://schemas.openxmlformats.org/officeDocument/2006/relationships/slide" Target="/ppt/slides/slide15.xml" Id="R60f0b81f462f4439" /><Relationship Type="http://schemas.openxmlformats.org/officeDocument/2006/relationships/slide" Target="/ppt/slides/slide16.xml" Id="R46fe97ff923e449a" /><Relationship Type="http://schemas.openxmlformats.org/officeDocument/2006/relationships/slide" Target="/ppt/slides/slide17.xml" Id="R8310791dcc53421b" /><Relationship Type="http://schemas.openxmlformats.org/officeDocument/2006/relationships/slide" Target="/ppt/slides/slide18.xml" Id="R340cad3147e74670" /><Relationship Type="http://schemas.openxmlformats.org/officeDocument/2006/relationships/slide" Target="/ppt/slides/slide19.xml" Id="R9885810db3f24768" /><Relationship Type="http://schemas.openxmlformats.org/officeDocument/2006/relationships/slide" Target="/ppt/slides/slide20.xml" Id="R7b1984d6aede45e3" /><Relationship Type="http://schemas.openxmlformats.org/officeDocument/2006/relationships/slide" Target="/ppt/slides/slide21.xml" Id="R52e016b4e6f140be" /><Relationship Type="http://schemas.openxmlformats.org/officeDocument/2006/relationships/slide" Target="/ppt/slides/slide22.xml" Id="R55e9d46b4ed942e6" /><Relationship Type="http://schemas.openxmlformats.org/officeDocument/2006/relationships/slide" Target="/ppt/slides/slide23.xml" Id="R40838c1040eb4eb3" /><Relationship Type="http://schemas.openxmlformats.org/officeDocument/2006/relationships/slide" Target="/ppt/slides/slide24.xml" Id="Rc35b4dc39ee34c8e" /><Relationship Type="http://schemas.openxmlformats.org/officeDocument/2006/relationships/slide" Target="/ppt/slides/slide25.xml" Id="R5a4ed78c6a884a03" /><Relationship Type="http://schemas.openxmlformats.org/officeDocument/2006/relationships/slide" Target="/ppt/slides/slide26.xml" Id="Rcf9a0442dc324c18" /><Relationship Type="http://schemas.openxmlformats.org/officeDocument/2006/relationships/slide" Target="/ppt/slides/slide27.xml" Id="R1351867790c24979" /><Relationship Type="http://schemas.openxmlformats.org/officeDocument/2006/relationships/slide" Target="/ppt/slides/slide28.xml" Id="R55678712a9de482d" /><Relationship Type="http://schemas.openxmlformats.org/officeDocument/2006/relationships/slide" Target="/ppt/slides/slide29.xml" Id="R2f919e8fb6834744" /><Relationship Type="http://schemas.openxmlformats.org/officeDocument/2006/relationships/slide" Target="/ppt/slides/slide30.xml" Id="R7eaed902776e459c" /><Relationship Type="http://schemas.openxmlformats.org/officeDocument/2006/relationships/slide" Target="/ppt/slides/slide31.xml" Id="Rd580b472bb294701" /><Relationship Type="http://schemas.openxmlformats.org/officeDocument/2006/relationships/slide" Target="/ppt/slides/slide32.xml" Id="R4b91a9911caf4415" /><Relationship Type="http://schemas.openxmlformats.org/officeDocument/2006/relationships/slide" Target="/ppt/slides/slide33.xml" Id="Rd74bf3e7b2804596" /><Relationship Type="http://schemas.openxmlformats.org/officeDocument/2006/relationships/slide" Target="/ppt/slides/slide34.xml" Id="Rf4d40a29e69e4c0c" /><Relationship Type="http://schemas.openxmlformats.org/officeDocument/2006/relationships/slide" Target="/ppt/slides/slide35.xml" Id="R60994c5eaf3a440f" /><Relationship Type="http://schemas.openxmlformats.org/officeDocument/2006/relationships/slide" Target="/ppt/slides/slide36.xml" Id="Rcb2c227253964388" /><Relationship Type="http://schemas.openxmlformats.org/officeDocument/2006/relationships/slide" Target="/ppt/slides/slide37.xml" Id="R9831b26ee95b4e03" /><Relationship Type="http://schemas.openxmlformats.org/officeDocument/2006/relationships/slide" Target="/ppt/slides/slide38.xml" Id="R5325a7c4ec75456c" /><Relationship Type="http://schemas.openxmlformats.org/officeDocument/2006/relationships/slide" Target="/ppt/slides/slide39.xml" Id="R51fab01105c44ed9" /><Relationship Type="http://schemas.openxmlformats.org/officeDocument/2006/relationships/slide" Target="/ppt/slides/slide40.xml" Id="R87c5ad1643084e61" /><Relationship Type="http://schemas.openxmlformats.org/officeDocument/2006/relationships/slide" Target="/ppt/slides/slide41.xml" Id="Rfa03c5cf84e8431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639562fe447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ac475b386243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b2d0f82b3d497a" /><Relationship Type="http://schemas.openxmlformats.org/officeDocument/2006/relationships/slideLayout" Target="/ppt/slideLayouts/slideLayout1.xml" Id="R33c13cffbf2d41d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3a077bb579f40e4" /><Relationship Type="http://schemas.openxmlformats.org/officeDocument/2006/relationships/slideLayout" Target="/ppt/slideLayouts/slideLayout2.xml" Id="Rddbd27d7244447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c13cffbf2d41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ddbd27d724444799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4e8d0f9c554f4d" /><Relationship Type="http://schemas.openxmlformats.org/officeDocument/2006/relationships/image" Target="/ppt/media/image.jpeg" Id="R5d9371a46183471a" /><Relationship Type="http://schemas.openxmlformats.org/officeDocument/2006/relationships/image" Target="/ppt/media/image.png" Id="Rd0bbe631234c46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67b154dffc4e2b" /><Relationship Type="http://schemas.openxmlformats.org/officeDocument/2006/relationships/image" Target="/ppt/media/image2.png" Id="Rfdd765f046974a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abe452b3d74f55" /><Relationship Type="http://schemas.openxmlformats.org/officeDocument/2006/relationships/image" Target="/ppt/media/image3.png" Id="Ra1e9dce6fa2b45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4def8f045b4377" /><Relationship Type="http://schemas.openxmlformats.org/officeDocument/2006/relationships/image" Target="/ppt/media/image2.jpeg" Id="R9b39fed651904b98" /><Relationship Type="http://schemas.openxmlformats.org/officeDocument/2006/relationships/image" Target="/ppt/media/image4.png" Id="R8204376b516344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5e21043bc34664" /><Relationship Type="http://schemas.openxmlformats.org/officeDocument/2006/relationships/image" Target="/ppt/media/image5.png" Id="R1b205073c0ab4b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a58547ace4669" /><Relationship Type="http://schemas.openxmlformats.org/officeDocument/2006/relationships/image" Target="/ppt/media/image6.png" Id="Rc82c4168683d44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13d175ed64199" /><Relationship Type="http://schemas.openxmlformats.org/officeDocument/2006/relationships/image" Target="/ppt/media/image7.png" Id="Rcfc01d44bc4f47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986f4f050e4dcb" /><Relationship Type="http://schemas.openxmlformats.org/officeDocument/2006/relationships/image" Target="/ppt/media/image3.jpeg" Id="R274ec7d450bb4115" /><Relationship Type="http://schemas.openxmlformats.org/officeDocument/2006/relationships/image" Target="/ppt/media/image8.png" Id="R73c304349bf741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d5f972a885479d" /><Relationship Type="http://schemas.openxmlformats.org/officeDocument/2006/relationships/image" Target="/ppt/media/image9.png" Id="Rd9e9db828d0944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3b6123d9844d0d" /><Relationship Type="http://schemas.openxmlformats.org/officeDocument/2006/relationships/image" Target="/ppt/media/image10.png" Id="Rcfd7c7c5566d40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ddfc3d2aec42fb" /><Relationship Type="http://schemas.openxmlformats.org/officeDocument/2006/relationships/image" Target="/ppt/media/image11.png" Id="R1ea2e8714a1240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1f98679b14f30" /><Relationship Type="http://schemas.openxmlformats.org/officeDocument/2006/relationships/image" Target="/ppt/media/image12.png" Id="Rb779205fc24440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39a2719b214955" /><Relationship Type="http://schemas.openxmlformats.org/officeDocument/2006/relationships/image" Target="/ppt/media/image13.png" Id="Ra9a0446738c74f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8b2fd219cc45aa" /><Relationship Type="http://schemas.openxmlformats.org/officeDocument/2006/relationships/image" Target="/ppt/media/image14.png" Id="Re4e50099cc694b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f008c81e248c8" /><Relationship Type="http://schemas.openxmlformats.org/officeDocument/2006/relationships/image" Target="/ppt/media/image15.png" Id="Raf1b49b0c8364c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dd2092188d48a5" /><Relationship Type="http://schemas.openxmlformats.org/officeDocument/2006/relationships/image" Target="/ppt/media/image16.png" Id="Rcdd0729adb074f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22f22bfe0042a8" /><Relationship Type="http://schemas.openxmlformats.org/officeDocument/2006/relationships/image" Target="/ppt/media/image17.png" Id="Rcb9bd9147e4f476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e245e10da2442d" /><Relationship Type="http://schemas.openxmlformats.org/officeDocument/2006/relationships/image" Target="/ppt/media/image18.png" Id="R81255b62b8024f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a676a6a3db478c" /><Relationship Type="http://schemas.openxmlformats.org/officeDocument/2006/relationships/image" Target="/ppt/media/image19.png" Id="R48911eca369649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bd2ade1dae4220" /><Relationship Type="http://schemas.openxmlformats.org/officeDocument/2006/relationships/image" Target="/ppt/media/image20.png" Id="R2e3bce876e6141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167da70423484a" /><Relationship Type="http://schemas.openxmlformats.org/officeDocument/2006/relationships/image" Target="/ppt/media/image21.png" Id="R3cd0f219081c4b5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01c9783aa40eb" /><Relationship Type="http://schemas.openxmlformats.org/officeDocument/2006/relationships/image" Target="/ppt/media/image22.png" Id="R41c809c435a7421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ea075b8a534888" /><Relationship Type="http://schemas.openxmlformats.org/officeDocument/2006/relationships/image" Target="/ppt/media/image23.png" Id="R4e3b5df8bab14bf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76ac296524c3e" /><Relationship Type="http://schemas.openxmlformats.org/officeDocument/2006/relationships/image" Target="/ppt/media/image4.jpeg" Id="Rc5b50f92d898456c" /><Relationship Type="http://schemas.openxmlformats.org/officeDocument/2006/relationships/image" Target="/ppt/media/image24.png" Id="R7ba5a2a2f67c402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514d67a12d4da0" /><Relationship Type="http://schemas.openxmlformats.org/officeDocument/2006/relationships/image" Target="/ppt/media/image25.png" Id="Rd85f35201a1f409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8fda7e0c7444f1" /><Relationship Type="http://schemas.openxmlformats.org/officeDocument/2006/relationships/image" Target="/ppt/media/image5.jpeg" Id="R4069a915900a4abf" /><Relationship Type="http://schemas.openxmlformats.org/officeDocument/2006/relationships/image" Target="/ppt/media/image26.png" Id="R2b2f33f77a78441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85fbc17e0f4524" /><Relationship Type="http://schemas.openxmlformats.org/officeDocument/2006/relationships/image" Target="/ppt/media/image27.png" Id="R42ca924dedde47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83dd8144344e1e" /><Relationship Type="http://schemas.openxmlformats.org/officeDocument/2006/relationships/image" Target="/ppt/media/image28.png" Id="Rc3817ed2bc3a424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f96023378e4342" /><Relationship Type="http://schemas.openxmlformats.org/officeDocument/2006/relationships/image" Target="/ppt/media/image29.png" Id="R3ef6eb4acb50477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ce97e4bde1449f" /><Relationship Type="http://schemas.openxmlformats.org/officeDocument/2006/relationships/image" Target="/ppt/media/image30.png" Id="R21af0c8e1dc540a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93b11e80b94f0e" /><Relationship Type="http://schemas.openxmlformats.org/officeDocument/2006/relationships/image" Target="/ppt/media/image31.png" Id="R26e065877bce4c6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2d806fc23a41ff" /><Relationship Type="http://schemas.openxmlformats.org/officeDocument/2006/relationships/image" Target="/ppt/media/image32.png" Id="R3311f8c4996e4b6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24898d19d74217" /><Relationship Type="http://schemas.openxmlformats.org/officeDocument/2006/relationships/image" Target="/ppt/media/image33.png" Id="Ra36eb4c5d590413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a5a951140a4888" /><Relationship Type="http://schemas.openxmlformats.org/officeDocument/2006/relationships/image" Target="/ppt/media/image34.png" Id="Ra5907b845a6a494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d21b886d114a5b" /><Relationship Type="http://schemas.openxmlformats.org/officeDocument/2006/relationships/image" Target="/ppt/media/image35.png" Id="R342f72fee1cc4df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63734e26994ac6" /><Relationship Type="http://schemas.openxmlformats.org/officeDocument/2006/relationships/image" Target="/ppt/media/image36.png" Id="Rdd4134d355804aa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5a442f4c2c418e" /><Relationship Type="http://schemas.openxmlformats.org/officeDocument/2006/relationships/image" Target="/ppt/media/image37.png" Id="R0487944ae8e44f6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7e636786534ead" /><Relationship Type="http://schemas.openxmlformats.org/officeDocument/2006/relationships/image" Target="/ppt/media/image38.png" Id="R9c4b0e017a594b2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884ab6489f49f9" /><Relationship Type="http://schemas.openxmlformats.org/officeDocument/2006/relationships/image" Target="/ppt/media/image39.png" Id="R5aa74f3703124b1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1668bdde5940b8" /><Relationship Type="http://schemas.openxmlformats.org/officeDocument/2006/relationships/image" Target="/ppt/media/image40.png" Id="R6c7bbc5ab6da48b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ff3f5caaae4267" /><Relationship Type="http://schemas.openxmlformats.org/officeDocument/2006/relationships/image" Target="/ppt/media/image41.png" Id="R8797d60c4afc44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1EE3E-CAF1-416F-9757-FDEF1607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5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371a4618347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7C89E-513C-41A1-AD81-EF69C942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8C57AA26-D493-4A5B-964A-061358C2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УЧЕБНЫЙ КУРС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6E4EDA13-0C33-49C0-BC97-52C0CD11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09913-AD44-43E5-8999-171387D8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5957E934-384C-4ABF-9C35-F029219E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Предупреждение пожара, эвакуация и безопасное применение огнетушителя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2495FCF6-2BDC-4735-AA3B-149B8B13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Учебный курс для рабочих и линейного персонала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F7235-0FB0-4BF6-AB8E-40F758CD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A707A4-55FB-4786-9232-5331E5C1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D918BF6-8A9F-442D-A5E7-5D946073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be631234c46b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75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DC1C3-9781-4D83-AAA5-522DAA3F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6DA2E86-5BBA-4BB6-8A64-5C2C1DB0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 курса работник сможет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E416D6E3-A644-4A31-8BCE-BBEB3AD2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AB807-2B6A-4F04-9A70-E73111DE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1EC6BE81-39C2-42E0-B091-8F50F123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Назвать первые действия при дыме, запахе гари, тревоге или открытом огне.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8C3A5EFE-4EDF-4927-BFBD-0442399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966FB-FF86-4D67-9B00-76B7A760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CBE24CB8-C465-4553-9639-0EF389EC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Понимать условия горения, опасные факторы и способы прекращения пожара.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D3F67868-7BFD-4C17-A789-ED0421F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68681-5018-4E18-8D75-6B6F568D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215CBF76-CA1A-46CE-A3ED-4D076596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Выбрать подходящий огнетушитель по маркировке и оценить безопасность тушения.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DF1E8FEE-62BE-4855-B12E-773BEFED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0B250-3A70-4C4B-8693-54DF3ECB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438D7FB6-4986-4438-B4BE-FE6F01CE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Эвакуироваться, сообщить 101/112 и действовать на пункте сбора.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58C62-B6EC-4203-B8FC-736BD4C6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D751D-CDDC-4BBA-8BF9-F098991C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50E7854-C8C1-4D97-983B-45F371B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Жизнь и безопасная эвакуация имеют приоритет над имуществом и тушением.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3FC15-2C50-4061-9D70-D8FDDCE1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0A42B8D-58A0-4730-80BA-75E9EA55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2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C896A3-9380-4230-A4DB-1B9DB827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A71CAAE-E7E0-47FD-91E5-90FCD42A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765f046974a9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33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02751-CCDA-4B80-88E3-C616AD8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E68F226-1F9D-4318-8DC9-3EAC9C4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Логика курса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A7AA30FB-0B8B-41E7-9400-152E67CA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38147-B5CB-4068-9E1E-58377100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A5A825B3-0DEB-45B8-9E26-B399C2DB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Первые действия и основы горения.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99934547-C163-4520-B995-DCC2D59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8448D-FA6C-46CC-A613-917A5565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1B631C7D-F6BF-4E5E-8556-58C54B84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Классы пожаров и выбор огнетушителя.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08E6BA8C-EF2C-4D2C-BC12-EEECEC79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900CB-CB6C-47A8-BC8C-4D28811C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8AA0A1A8-23CC-4AA8-9051-4921DB6F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Эвакуация, сообщение и пункт сбора.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08888FC4-85E9-4CD1-B5CF-4CFD423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E097D-FE3B-4407-808D-2A4F093F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7A38CB94-40C3-4349-A399-B90E94CA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Профилактика и огневые работы.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58B9DDD0-2734-46CB-BF4E-1C989737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E88AD-4436-4111-84FD-9063998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D8AC4BE9-D3BF-4DA0-9CBD-5B3AC34D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Практические сценарии и итоговый алгоритм.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476FF-DD7F-4F42-BC03-EE15A825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C4119-B35E-4BDF-A226-37CC58A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8ABCA-7548-43DA-8A9E-A9D436CE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смысловых блоков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28507-6C3D-41C5-B47C-94F598D7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6D43BEB-8F6F-4879-8B27-C0F07B4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5441B6D-260C-4D84-A3FB-D6DD42C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9dce6fa2b456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C9249DF2-5E02-4B16-90BE-C6A4389C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5083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BFD39-E1F3-4F61-A350-852B1AE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5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9fed651904b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808EFFD-A88A-47F2-9E85-15FF6230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B4A72-54AF-4987-9FDA-CB9C477B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ABC5984-5BBE-492C-A215-B64824C2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Сигнал и основы горения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81792AE-850E-4084-BEBD-CAB8F289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При признаках пожара сначала предупредить людей, сообщить и начать эвакуацию.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42011-0CB0-4E53-9ABF-1252ACE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751D96A-F801-4589-ACC5-24638B98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4B9C70F-3681-4FDF-B4FA-30526A8F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4376b5163448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97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9FF2B-1073-4607-94BD-BBEC4318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13D0D07-8743-4197-98CF-0098603A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Тревога требует немедленного действия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69832-82F0-4CD7-AC4E-9F655DCE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811E0-1096-4258-B16D-2F6A3C6E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25DD7429-BCF9-45D2-85D0-4A5E48E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7166F87-9C5E-464A-996C-695F6489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Сообщить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B0C35D9D-D42F-4478-B9FF-98E6592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Подать сигнал и позвонить 101 или 112, если это предусмотрено ролью.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7507C-18C6-4763-A8B5-43F3286C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D1C487F-8E70-4EF9-B653-B8251BEE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2462A046-1E92-41C5-AD9A-48C1DFF1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Предупредить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0BE9CABC-FBF1-4C9C-BC9E-43CA79B9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Оповестить людей рядом и выполнять указания системы оповещения.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6E7D3-72C3-4B53-9C07-48BB006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19283DC9-0CCA-445D-82F4-EB7DCC55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0EEB6217-4DA0-4BDE-A0B7-43BBA081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Эвакуироваться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33CF6EA-BB46-45A8-B082-FDAD422D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Идти по безопасному маршруту, не задерживаясь за вещами.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0CB66-123A-479A-890F-B88C2F0B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CB14E0B2-53D0-44D7-997F-33FE5611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0FA4958-3A83-48A1-A1D2-0AC6D1B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Собраться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C63F33C-AF35-4C59-BA3D-313B627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Прибыть на пункт сбора, пройти перекличку и не возвращаться.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7D7DB-B5B9-4C11-A86B-A7A96B5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A784C5-66F9-4FE8-9066-A31878F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3744AC6-0F85-41E8-BCBD-689026D6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Опасная фраза «не поднимайте тревогу» удалена: тревогу подают незамедлительно.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402E1-E342-4C87-9D72-FBF09EED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5395129-3AFB-4B04-A314-F9C2FFCE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 • Рекомендации МЧС: 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A907AC8-19C3-471C-9227-8ACED047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0D6EF45-AA4C-4A25-9DCD-D5C7F5E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05073c0ab4bc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63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08B7E-0EBB-45AB-9B52-8EE7538C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6DDBB78-65CE-4246-95F4-7CAA5F83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Пожар — неконтролируемое горение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CF0F3-C851-44F2-B7DC-2321841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Он создаёт угрозу людям, имуществу, процессам и окружающей среде.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Развитие зависит от горючего, кислорода, энергии зажигания и условий помещения.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Небольшой очаг может быстро стать непригодным для ручного тушения.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Раннее обнаружение и сообщение сокращают время свободного развития.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63A4D-0F00-44E9-9AA7-00D1DCB1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C5E00-7571-4EEC-8B88-73C2985A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814B3BD-2976-45BD-B997-A4DB66E2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Размер пламени — не единственный показатель опасности; дым может быть критичнее.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F047F-E83E-4AF0-A708-AFD31EC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1A1C599-9023-4283-9DCE-FF59F9C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1E2ACBE-8D5B-48E1-B1C6-81B7C565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c4168683d444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01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284EE-07BB-46C5-9EA7-8B3D7321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7D01630-812A-4433-9B00-8778C8CE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Опасные факторы действуют до пламени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7E5D0-E733-451C-A04F-F8BA32C7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РИСК / ИСТОЧНИК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DC304-FB01-4A27-ABF2-E247BAF2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ПОСЛЕДСТВИЕ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9E5AA-9A15-405B-94A7-38EF556A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МЕРА КОНТРОЛЯ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A41A6-C449-45D5-BF9D-F5E7F556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B4672-999C-4ADF-8B58-2298B2A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Дым и токсичные продукты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21746-98E5-4A0B-96B8-678D0492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Отравление, потеря ориентации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8D876-5DBB-4FB9-9C2B-9F4F7389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Раннее оповещение и эвакуация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7BEF7-25C0-44FC-936C-CD1E09DB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8AC36-C337-4284-B450-C692B04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Высокая температура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C8C36-443C-4D3B-8211-E01BBAA7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Ожоги и тепловое воздействие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E0C6B-9C2B-4793-B5D0-06AD700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Дистанция и защищённый маршрут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C7CD5-322F-4670-BA62-A6943745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4B6B0-EE6D-4482-8889-03C8308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Снижение кислорода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0C085-10D0-431B-B4C1-19C0AF64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Потеря сознания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ED96F-5968-4451-8D41-039B0F2C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 входить без специальной защиты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EB850-CD21-4E0F-8F14-CC573E05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FDB47-F0D0-4191-99C6-DE9DE96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Обрушение и взрыв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AA580-7FED-4527-8BBE-6C93ABE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Травмы и блокирование выхода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F6416-93AA-49C8-9E5A-62F7504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 приближаться и сообщить службам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0A532-407B-4E74-AC6C-4B203BF5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 задымлённое помещение не возвращаются без специальных полномочий и защиты.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0254A-BCF2-4EF9-9A39-1CA24068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C92C2C-918A-4B25-BDF2-D4A762F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472E118-B1E7-4AF2-8F66-C177F82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01d44bc4f47f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35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7EFDC-1822-4D64-A338-4768D145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88826D-3A4B-4EF1-8B2C-3AF95EFC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Причины связаны с контролем источников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E0ECC-B7C3-47CB-B07A-97297164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Неисправное электрооборудование, перегрузка и повреждённая изоляция.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Открытое пламя, искры и огневые работы без подготовки.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Неправильное хранение горючих материалов и разливы жидкостей.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Курение вне отведённого места, горячие поверхности и нарушение уборки.</a:t>
            </a:r>
          </a:p>
        </p:txBody>
      </p:sp>
      <p:pic>
        <p:nvPicPr>
          <p:cNvPr id="17" name="VISUAL_05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ec7d450bb41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2B3D375-38D7-4F28-A66A-F920F91C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Профилактика управляет источником зажигания и пожарной нагрузкой одновременно.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8959F-9687-4DA0-8BA9-0CCF86AB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2CA86F-5B53-4017-8141-9373B00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344524F-1E5D-4BB0-B031-595BA4E4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304349bf7415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50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CAE5C-2CD4-409D-947B-CF52692F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3E1AB57-867A-495F-A448-91D4671A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Для горения нужны три условия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35095-21A5-4C51-888C-D034AA7C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Горючее вещество — материал, пары или газ, способные поддерживать горение.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Окислитель — обычно кислород воздуха.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Источник зажигания — пламя, искра, горячая поверхность или иная энергия.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Управление любым элементом может предотвратить возникновение или развитие пожара.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E5346-3F4E-477A-B6F6-EEAE4D40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B4C0C-8CC8-4085-8AC2-D929C178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9B61688-E9CE-4581-B24E-7E5CD351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Огненный треугольник помогает выбрать меру профилактики и тушения.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5DC90-9AFA-4723-9116-97F3FAA4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CB1F118-CF38-443A-BDDB-524DC232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1EAC0EF-9D52-4193-8BB5-8350CC0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9db828d09446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84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862F2-CE6F-401F-B5FF-52991C70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511EBA0-C58D-4871-9960-1C9C7A75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Тепло распространяется четырьмя путями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7A5EC-AC36-42DB-A63A-3E7D0A1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Теплопроводность передаёт тепло через материал и соединённые конструкции.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Конвекция переносит горячие газы и дым вверх и по помещениям.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Излучение нагревает предметы на расстоянии.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Пламя непосредственно зажигает материалы при контакте.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EBADB-8171-4130-B515-D977823E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01640-43FF-4028-B9C0-AF352AB2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0F5B1EA-F08C-4266-A625-CF84CCE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Закрытая дверь может замедлить распространение дыма и тепла.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E9954-B5D8-4AAA-835F-15FC49D3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0D61924-F60B-4451-B8B2-1F875B0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B41F14-F23A-4F24-9377-304323F6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7c7c5566d401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29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884EE-9DBD-4721-83B7-52EB770F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0625C6B-17D7-46FE-AEE8-F8833608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Горение прекращают воздействием на условие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5EB8-21FB-4260-BB28-DD843E84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7FCB9-4177-4B45-A299-A84722F5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677C3CC3-D114-41FF-A326-459AFC37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D2904FFF-E7AC-4D6B-B843-9D318283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Охладить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0ACA5CC-BD8B-463E-9DA2-BB027768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Снизить температуру подходящим огнетушащим веществом.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6ED72-D48F-4214-A702-41027B33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F3BE3E7-62F5-4E8F-A1A2-94602D89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F278D293-E049-489A-A8CB-E148192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Изолировать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1B2872E8-381F-4381-918A-C319B3CC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Ограничить доступ кислорода или закрыть поверхность.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209E6-A6F6-4E34-8780-D30C1D61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59ED2EC7-08EB-4340-A4C9-DE58389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AF0F9E2C-4EB0-42B7-AF41-1CA2B9BE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Удалить горючее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EBEA4C21-942B-4892-AEA4-C82B4E9A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Остановить подачу или убрать материал, если это безопасно.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E8F42-5163-4E46-BF33-E2D503DB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36D852CF-C636-41C0-B194-CC7D87B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5C10E2B-BAB5-45D7-AF5D-AA8AB7E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Прервать реакцию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7578F822-C7A7-4444-9A66-50C0FA10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Применить подходящий состав для данного класса пожара.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089AE-0DA2-4B08-BE5C-F8FDD088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35A7F-0F9B-4B29-9994-0376B3A5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414313C-DFF1-430B-BEF6-E967E3FE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Неподходящее средство может распространить огонь или создать новую опасность.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AF9D3-D947-49ED-8D89-C530630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B419C20-EDA3-4D25-8B20-36A9A04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7787480-FB15-40EA-ACB9-B61997E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2e8714a1240e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21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A7820-A433-4C70-8ED6-90ACE270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AF2922B0-FCC6-4F5B-8663-3E32F036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8869D-3034-45F6-ADF2-E95716BC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E869F61A-4FAF-4BB4-9D82-5BB3AB10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Классы и огнетушители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E8A4851E-864D-4DF3-AD52-88E29560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Выбор выполняют по горящему материалу, наличию напряжения и маркировке конкретного огнетушителя.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267AF-B14D-4C43-82B1-F9D10644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75548BB-EE75-4FE5-BCAE-4B06D2CA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7C5C710-FA34-4284-B2DC-7EE9F57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9205fc24440e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264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874CB-8973-436E-AEF6-06D6FA5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404D616-DD4C-42C7-ADFF-E56814A3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Класс пожара определяет горючее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54163-5258-4790-800A-E7B8BF2B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— твёрдые материалы, обычно с образованием тлеющих углей.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 — горючие жидкости и плавящиеся твёрдые вещества.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 — горючие газы; D — горючие металлы.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Для электрооборудования под напряжением учитывают электрический риск и маркировку средства; класс F применяют к пищевым маслам и жирам, если он предусмотрен для объекта.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EFE3A-C311-49D3-A2BF-DEA5CB32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8A036-7870-4DD0-9927-8B2BD150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237D520-53C1-434B-A6F7-9794BC0B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Цвет корпуса или иностранный ярлык не заменяет обозначение класса и инструкцию.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113F5-B9B9-47BD-BAC7-51581EB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455F707-1E1D-4E93-BEF4-0D301C06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1F0B6F4-348A-4AD1-A52B-269F3017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2292DEC-FF5A-4D42-A241-EDF3D0DC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0446738c74f0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672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4E9C5-D769-404F-90B9-759F039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9DC051-55C4-461F-BEA5-FB24899C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Напряжение ограничивает выбор средства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3BFA2-DEC1-4808-9375-F7A3DAD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75288-3347-491D-A311-6839FDD6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47847-7A60-4100-93D9-D6BDFBDD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BB27A-2410-47C3-90DF-6797258F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Если возможно, безопасно обесточьте оборудование по установленной процедуре.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применяйте воду или пену к оборудованию под напряжением, если средство не предназначено для этого.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Соблюдайте маркировку огнетушителя и безопасную дистанцию изготовителя.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После снятия напряжения учитывайте класс фактически горящего материала.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97790-7915-4A30-B730-93E1F11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Выключатель оборудования не всегда гарантирует отсутствие напряжения.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7993F-582A-4CF1-8D89-7732CF10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2BE12A2-EB0E-4AD3-9423-864DE5D3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5158F6A-08FF-4944-A7B6-4F78FB5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50099cc694be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2B7A88BC-03D5-4065-9A27-5967C57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13077993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0153A-799D-462F-92BE-469E3E21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3D30BE-9E87-477A-AC87-9B550DA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Тип огнетушителя выбирают по задаче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98668-7228-4A23-9AEF-B870A5D4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Водный охлаждает и применяется только к подходящим материалам и условиям.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Пенный изолирует поверхность горючей жидкости, но имеет ограничения по электрическому риску.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Порошковый универсален по многим классам, но снижает видимость и загрязняет оборудование.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Углекислотный не оставляет остатка, но требует учёта удушья, холода раструба и повторного возгорания.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C9399-9017-4D8C-8B00-D315B8C4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9E22C-E71F-4EA9-BE93-41EF61F3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0AB5CA6-32F8-4AC5-ACD7-9CA2F324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Выбирайте по этикетке конкретного огнетушителя, а не по привычке.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2B2EC-73AA-4E46-A753-4C1F642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0246AFD-4796-4D64-AF94-E3FDD82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0D4998-32E9-4091-ADE9-F9A34590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FB09738-287B-457A-9A95-45134953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b49b0c8364c4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316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69E491-CBEC-456B-B584-D482D592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9A21ADA-415D-4273-A18A-508F35B8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У каждого типа есть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BEF8E-BA8D-46FF-83B7-6ABEDDF6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РИСК / ИСТОЧНИК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89B73-0150-431D-BA94-45E944E9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ПОСЛЕДСТВИЕ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CB6D3-EA98-4ACB-90EF-9D4B6B8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МЕРА КОНТРОЛЯ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600AD-D958-4B95-AEAA-BBB35B4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18F53-9578-445A-BE6C-1BD9600D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2EEEE-2C01-4BDB-B36C-9B4FB9CA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Электрический риск; реакция с отдельными веществами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14E04-5562-4312-B901-73FD2FA0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Применять только по маркировке и после оценки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74A58-5677-4F67-BAE8-ED9481AF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4A7F5-9ED8-4BE5-9E67-2F90E611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986F5-85AE-491D-A0D9-14F45BD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Проводимость и несовместимость с отдельными жидкостями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5AC95-06D4-43AB-B0B6-1BD8A7CD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 использовать вне обозначенной области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C8DA6-9521-4D55-BF6F-E839EE0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A447F-C8B0-45F9-AEB0-CDB54F5F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Порошок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07628-DAFB-4674-B63B-5F47330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Пыль, потеря видимости, повторное возгорание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AFD08-4D85-4357-BACF-E55C96DA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Сохранять выход и контролировать очаг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65CC4-5693-4D03-BBA2-A8CED4D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9D3E0-E902-45EE-962E-6A9127A6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280BA-EB8B-4E38-8E99-03BAE9C8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Холодовой ожог, вытеснение кислорода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83261-368C-42B4-98B6-D604A1F7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 касаться раструба, проветрить безопасно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9AB0F-428A-46B8-A965-832B07E7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Огнетушащая способность не отменяет опасности самого способа тушения.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72342-3F2A-4931-861E-89B6BA30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6CC5D06-7948-4A5E-9100-2C92AB0D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11D3744-56C4-4D6B-9AD2-45AAA233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0729adb074f6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119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F5FAE-EA8F-4AC8-948C-2D2F58F5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7D929FF-D0A0-46C3-9DF9-782EB68D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Маркировка содержит решение для работника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A2C47-0437-4866-90A8-34514538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Проверьте тип заряда и обозначенные классы пожара.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Прочитайте ограничения по напряжению, температуре и способу применения.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Убедитесь, что инструкция читаема, пломба цела и срок обслуживания действителен.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Если маркировка неясна, не используйте средство наугад.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59C32-E4CC-4A71-B3FC-C971E6F2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7B208-B13F-4BDA-8A8E-702F41F6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ECBB226-0CFA-4843-BA2F-EB32972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Старая иностранная цветовая схема не используется как обязательная маркировка Казахстана.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DD811-27D0-47CA-B7C7-217F1E23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11FA37C-AAE5-4D90-874B-707D5CEE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69F21E-0DF9-48A7-AAFC-43762362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C4751C3-2B09-49FC-A683-0A82984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bd9147e4f476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36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AFB2A-5EE0-41AD-A8D4-7C6F4390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981D92A-72A3-4D2B-B03A-17D54190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Внешняя проверка занимает несколько секунд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94DEB-C46F-44D0-8DB1-BB45571C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E6C19-C0D6-4EF6-828E-7C473DE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725DCCC8-7A5D-45AF-A507-99CA99C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A5FA74A8-4CEC-4DB3-B1DC-EF8B1F0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806958E5-CDAD-4264-9D86-63419EC5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Огнетушитель виден, обозначен и не загромождён.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B4E36-D562-45B6-A026-1191412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32964831-711E-4549-88BE-AC5955A6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63447A6-CF73-4EA6-8ED5-5B82DCC0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Состояние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0B84306-81DE-4103-9365-AC73982A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Корпус, шланг, раструб и рукоятка без повреждений и коррозии.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7E3FD-2CF1-4DE1-88D5-EC79E49D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2F2EB1A-F218-43BC-A681-6D9A6FE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32F718FF-18E7-402F-BC57-74BF8EFC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Готовность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601D989A-6FC4-4DC2-A341-41E4A4C9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Пломба и чека целы; индикатор давления в допустимой зоне, если он есть.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87051-8DD5-4725-A6E1-6598C16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A1819569-4B97-4A68-9129-40851A0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4DD938F-DA4E-4687-9180-FF3566BE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Обслуживание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687A5E14-019F-493D-A5B2-70382E2E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Маркировка и отметка контроля читаемы и действительны.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4D115-28E2-4FA7-AAC5-A4BA99B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496E4-7DB2-4006-8C65-CB3A14B3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3585CA9-A54D-4912-B20B-0B0D076D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Повреждённый огнетушитель не проверяют пуском в помещении.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95FD8-A115-4B2C-B44D-567C45FD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A237531-10ED-41F7-BBB3-19432A0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2B59E38-B7E0-413F-B7EB-A397A06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FB6082-26D6-4AFB-9596-FF3ED0E4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55b62b8024f7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489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80FF8-CDB1-423F-9EDD-6CAF931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9FC21F8-65A8-48D1-B693-27C4F896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Размещение зависит от категории помещения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450A7-8EFD-4D0D-B186-7329D24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Предельное расстояние до возможного очага: 20 м для общественных зданий.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Для категорий А, Б и В1–В4 — 30 м; для категории Г — 40 м; для категории Д — 70 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Размещают на видных местах и у эвакуационных выходов без препятствия эвакуации.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Верх огнетушителя: не выше 1,5 м; при полной массе 15 кг и более — не выше 1,0 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DF739-DC09-4A7C-AEE9-7A60B88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123A9-BBC3-4AD9-84CD-6C1744D8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408E310-143C-4FD7-880B-6E728CD6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Универсальные «30 м и 1,1 м» из старого материала были ошибочны.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863D3-B1F2-4A0F-8932-BA626577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3DFC42D-95F5-48CC-9F51-A8DA6136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безопасности, приложение о первичных средствах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6D7A531-E686-4738-86A8-6D97FE68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BE8A6D-BDB3-4AE7-A6F8-D5E32E5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11eca369649c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34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C76BB-04C5-4E5C-A783-A19D92BE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DF8D1AB-E7E0-4221-8BCA-65AE3D7A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Сначала решите: тушить или уходить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0360C-FE8A-4BDB-9D58-A0048B3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DA6C8-D733-4B4F-971A-06F9503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87478-1451-4AFB-B0A5-416EF1B8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4B09D-5516-4A42-805B-7BCA62EE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Тушение допустимо только для небольшого начального очага при наличии обучения.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Есть исправный подходящий огнетушитель и безопасный путь отхода за спиной.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Нет плотного дыма, угрозы взрыва, токсичного выброса или быстрого распространения.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Если любое условие не выполнено — предупредите, эвакуируйтесь и сообщите службам.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87C8C-9DB4-497A-9B7A-59C047BD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Огнетушитель не обязывает рисковать жизнью.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39A33-128F-49F7-8FFE-500A1D9E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6EC491C-38DC-4904-824F-2CD3AC6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Рекомендации МЧС: не подвергать жизнь опасности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C7F1A9E-2834-4D5E-9D10-0F8ABB3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7B8791A-5282-4946-B6D4-8A5BDB78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bce876e61415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4B28BE07-8E46-4C44-B978-4217B5F9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8631708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255AB-A8AB-4D7F-9027-02B17BC8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644BAB2-2021-4068-99B0-5C5FEB58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Огнетушитель применяют устойчиво и точно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483E0-9C2A-4510-A88B-92C23268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B3EC8-AF53-4CB7-B02E-B17097C8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E1925D5-109C-4553-8100-052B5B8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9B0C994-5983-4188-85F3-0073595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75166710-823C-4036-A2C9-6DD1F096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Снять пломбу и выдернуть чеку в безопасном положении.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D07FC-405B-4414-A6CF-FE1DDDDB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673F5172-186A-4DF7-9C91-DE855D31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2C7FA4AD-5EF5-478B-AEC4-C33CF4B1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Направить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D25B2CB-210D-4CB6-8758-5BBDB7F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Удерживать насадку на основание пламени, а не в дым.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3A9BD-ECC3-4AFE-961B-CC4380E0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7E575D33-CAF7-4A60-AD3E-4B844B76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D3F5CFB3-ECB2-46E2-821E-0B25BB57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Подать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FDC55C35-3D86-4254-99A9-DFC30F51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Нажать рычаг и подавать состав коротко или непрерывно по инструкции.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FB82B-69EF-4091-B53E-4AC46B98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632D225F-FE55-4433-9BB8-1F56693C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33016822-4DB6-466B-9A8C-7D0EDF5F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Перемещать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981FA8C-5D1E-41BB-AD9C-FCE0084D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Обрабатывать очаг системно, сохраняя выход и контроль обстановки.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56E7A-6A27-4625-B806-4AC89F3F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8F970-2779-487B-8404-69582F9E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1CD0D75-AE63-493F-BA4A-883BC4CB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46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Конкретная последовательность уточняется по маркировке огнетушителя.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68A8A-258E-4D59-BC95-3DCB448D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B5C48A0-E7CC-466B-B0A5-58480701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1BF3746-5A9D-4B1B-A835-CB062D30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0f219081c4b5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998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A8F2A-9FD9-4CD5-88D1-83AE830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12ED5AC-4EE8-4830-8AD0-B50AA9D9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Путь отхода остаётся за спиной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DD2EB-B325-4E62-8558-5A417D9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Подходите только настолько, насколько позволяет инструкция и тепловое воздействие.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входите в дым и не позволяйте огню отрезать выход.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Учитывайте направление дыма и ветра, не стойте в выбросе продуктов горения.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Отступайте сразу при росте пламени, ухудшении видимости или окончании заряда.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72BA2-159A-46E1-A2D8-1C104D20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F5215-4D5E-4BCD-9CF0-9795893D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D701E78-E041-436F-B80E-D3D37ACB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Положение работника важнее попытки приблизиться к очагу максимально близко.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022C5-ABD3-44C6-AB7C-38A266EB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1608A47-FCE4-47FB-A7ED-196AAEA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46ED1A4-FE03-43B2-BC92-02CFE12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809c435a7421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98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B2FE0-40C3-480D-9F4D-448269B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9827392-D843-49E4-9E1B-CDCD8855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Тушение прекращают при потере контроля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60CD7-9FAA-49DA-BB98-A938F580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15055-C326-41FE-ABC5-E34B62DC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5345F-70BD-4A9A-B4CB-99AC233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6648-E688-4A21-923B-21A3F105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Огонь распространяется за пределы начального очага или вверх по конструкции.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Дым становится плотным, видимость ухудшается или путь отхода меняется.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Есть подозрение на газ, взрыв, опасные вещества или скрытое горение.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Огнетушитель не действует, заряд закончился или средство выбрано неверно.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1EF30-3CD9-43C8-B1A7-57A0996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Отступить вовремя — профессиональное решение, а не неудача.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7E8B4-CC1B-47D6-960A-7C2D11E2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91C164-D9BA-4F9F-9D78-EBD5E4DF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B156A9E-9E98-494E-A471-A58B28C7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b5df8bab14bf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CCCED173-90B6-4FEC-A641-59C088F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15764109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23BA7-4029-4E02-A80D-4092980E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5_s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50f92d89845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1FEBDD49-BD55-4FB0-BD8B-29C615B0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F42EA-B6D0-407C-9A8B-5959F3C4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3F0668E-E1DF-4B2E-AD9A-E036BDA2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Эвакуация и сообщение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16A10BC9-5469-43AC-BFA7-361B590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Маршрут, связь и учёт людей должны быть понятны до возникновения пожара.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9C0C4-1C9D-4310-83D2-BAE0486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5642835-6871-4A7D-A692-FBE9E27A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A6FECE7-0D8E-46AC-83CC-65FF3250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5a2a2f67c402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042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FDF37-0212-4552-8419-370EAE76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BB0164B-60F4-488B-A944-FAD91431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Эвакуационные пути всегда свободны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772A-5D9A-4879-8601-FC6FF9A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Проходы, лестницы, двери и выходы не загромождают материалом и оборудованием.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Двери на пути эвакуации открываются и не блокируются самодельными устройствами.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Знаки и аварийное освещение должны быть видимыми.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Неисправный или перекрытый путь сообщают немедленно.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2EB44-0088-4499-B689-D9A4B016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ACD8C-E5C1-4D6E-B228-4069BA17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D2D48CC-E569-45AD-960B-7FC91B8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Эвакуационный путь проверяют в обычной работе, а не во время тревоги.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25707-BF46-4FBE-AC06-0F60AC51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BA27887-06B5-4D50-9C2C-A64B110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DF1091B-41C0-401D-9750-ACE5C48C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79C3857-0196-4F9C-9CA5-6A593E60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f35201a1f409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76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7A82F-3788-4E83-B314-2E655FE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43BE13C-75EA-45EB-9535-48273E0F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План эвакуации нужно уметь читать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D8947-3FF4-4DF1-9915-4449C75A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Найдите своё текущее положение, основной и запасной маршрут.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Отметьте ручные извещатели, средства тушения и место сбора, если они показаны.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Сверьте план с фактическими дверями и проходами.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Изменение планировки требует актуализации схемы и инструктажа.</a:t>
            </a:r>
          </a:p>
        </p:txBody>
      </p:sp>
      <p:pic>
        <p:nvPicPr>
          <p:cNvPr id="17" name="VISUAL_05_s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9a915900a4a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82D509E4-D876-450D-8B2C-F7CEBF38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План — подсказка маршрута, но решение учитывает фактический дым и преграды.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CC261-7B1B-4536-8BD9-A22978A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1AF83F3-B4B9-4782-A8A8-83B1C54A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501C1F-6A79-4047-B59C-FA9B853F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f33f77a78441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64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D82C4D-1BAF-4944-BD83-ADA09165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917E50A-DAF4-4D90-B7C9-B6999AF0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 звонке 101 или 112 сообщите главное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78BC5-0AA7-4045-9173-F462615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30D1C-B07E-4AF7-AA3F-B351848C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81865AAD-151C-4645-BFE1-ADC08C4B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9820129E-D4CC-45A0-968D-39075E85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Адрес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48B06FF-BBF0-4E08-9784-1584D5F9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Объект, участок, этаж, ориентир и безопасный въезд.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D40B1-74B4-4DC3-9888-AAA9C8E9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C0EBDC03-AA88-41B7-85CE-A6FEDD70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C1AF16D-1D2D-4305-8F81-21C1AF77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Что горит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DBB400A7-639C-4176-80E3-F0347B68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Материал, оборудование, помещение и видимые признаки.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8E955-CC05-4AC2-BF5A-68A351C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A09941E-122D-4615-84BD-36026AD7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79F3DE8D-CA42-4A38-8DFA-88C3C74B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Люди и опасности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31C21257-1295-416C-BF43-FBE38CEE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Пострадавшие, заблокированные, газ, баллоны или химикаты.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F4F70-6CDF-41D4-AC36-A147881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D31A3A1D-7B6E-42D8-817C-7E2BF645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FA2599AB-5D7F-431D-9875-9E8B5034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Контакт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ED9FD91-674D-4E61-A094-158096B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Имя, номер и кто встретит прибывающие подразделения.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52082-4908-4264-A481-AAAAD053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C17F6-0ACC-43CC-B84F-4D826741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C89A4A6-F54F-421B-A069-6A83AFB9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 завершайте разговор раньше диспетчера и отвечайте кратко и точно.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CE876-E0BD-4A7B-9A39-89013FAB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32042BC-01EB-4BD1-A2E6-5EB07CAC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Рекомендации МЧС: 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4E234DE-D1C5-4565-A928-13B39387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0812404-BAB4-49A8-8023-A6FFD83D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a924dedde477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594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FD169-2611-4E93-B9B9-95281C1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5001662-BBBA-4B5B-9BF9-EECC1F98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Выходите быстро, но без паники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F8689-0FFE-4A24-B829-F19E2DC5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Оставьте личные вещи и двигайтесь по ближайшему безопасному маршруту.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Помогайте по назначенной роли, не создавая встречного потока.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Закройте дверь за собой, если это безопасно, но не запирайте её.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Лифт не используют, если он не предназначен для эвакуации по специальной процедуре.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3A56C-AADB-4410-9C83-EBBECD23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50640-B86F-415F-B646-00C5262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4A98472-A5F3-4D7F-A26B-12B618D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Закрытая незапертая дверь может замедлить распространение дыма и огня.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88DF2-4278-49A2-8EA2-8243B16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A0D5AD-F484-428B-AF94-7E7DDA90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A7CA45F-9FB8-4683-8630-E74BC333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17ed2bc3a424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617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E219C-DA0C-4CAF-A5BE-3FFC1290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C8CDC26-95A1-4A58-9D12-FC3520C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Пункт сбора нужен для учёта людей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47E12-888D-4047-8EE4-2A0AE370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Прибывайте в назначенное место и оставайтесь со своей группой.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Сообщите о себе ответственному за перекличку.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Передайте сведения о возможном местонахождении отсутствующего человека.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уходите с пункта сбора и не возвращайтесь в здание без разрешения.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71A4E-D336-4CDC-B376-EA595A5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BA80F-141A-43A7-89B2-8E3173E1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957C9F2-467C-424B-92FF-DCB996E8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Самовольный уход может направить спасателей на ненужный поиск.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5D445-7C66-4B96-95B6-7995955F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B79D2E4-1B0F-460E-9DD3-AB24342D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BF2A50B-43F2-4957-A3B3-CD3AA5AB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6eb4acb50477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371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27F8B-8C57-47C2-B358-1E0DF433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5F4DBBB-C7AF-4A31-B15C-BD04F5BD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Повторный вход запрещён без разрешения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FC3A9-52B9-4E42-BD38-E70B412E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242DF-5D2B-4F47-9319-9FBAAC63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D7201-609F-4506-ABA0-773E994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1C891-DD7C-4A8C-A7F0-FE14271F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возвращайтесь за документами, телефоном, одеждой или инструментом.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входите искать коллегу: сообщите его возможное местонахождение спасателям.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пересекайте ограждение и не мешайте подъезду подразделений.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Возвращение допускается только после официального разрешения ответственного лица.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C4379-720D-43DD-9B74-B04C3616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Даже если дыма не видно, внутри могут сохраняться токсичные газы и риск обрушения.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D8586-51E5-402B-8438-873D04AC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19DBDCC-F81C-4871-BB2F-FDCE4638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F245DA6-8189-4056-A0BA-9944F39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f0c8e1dc540a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7EE89F63-E553-4726-890A-AE2F92D5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7259499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86FDD-142C-4211-AD72-85DD343A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24871C6-10AC-44A9-B1EB-14241245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A3A2D-A4CB-4BFB-B17B-29DE910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9D5E4D9-3D70-44A0-9E4D-EEED183C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Профилактика и огневые работы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5ECDB33E-60FC-4262-A916-4EB9B955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 предотвращают ежедневным контролем порядка, электричества, горючих материалов и источников зажигания.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3B45D-60E0-4FCE-B117-0ECD4CA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3D5DCD3-ECC0-490E-A96A-294B2492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3394FD-5EA2-4E4D-BBA9-83167F91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065877bce4c6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482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A2BF0-82C7-46E6-9903-7E1B5CC4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D0A1E9-7C2F-4AB5-B24E-9AAFA811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Порядок снижает пожарную нагрузку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80D6E-98C1-45BE-B32D-8CD5311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Горючие отходы удаляют регулярно в предусмотренную тару.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Проходы, выходы, пожарные шкафы и огнетушители не загромождают.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Разливы убирают по процедуре, а загрязнённые материалы безопасно изолируют.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Временное хранение не превращают в постоянный склад.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FAA7D-A3DB-4999-8AAC-C00C0A55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91637-AB2A-4414-9FA0-155B70F4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BD02772-319C-4766-AC5B-9C5B44B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Уборка — элемент пожарной профилактики, а не только внешний порядок.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4E548-DE90-4B75-AA23-F951821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A3DDA7F-2BA3-44AE-B718-398488CD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D6B18B2-C3D2-44B6-A578-5C2DF68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14BE8C-CF8F-4BCE-B02F-A55EEDE8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1f8c4996e4b6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4935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98822-F5F8-4311-A570-49338273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D08D51-CC3F-48B0-86D0-C386A1A9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Электрическую неисправность не маскируют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54E08-6C41-4DF7-B29A-F9CA9E7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перегружайте сеть и не применяйте самодельные удлинители и соединения.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Повреждённый кабель, нагрев, запах и искрение требуют отключения и сообщения.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Оборудование отключают по завершении, если это предусмотрено инструкцией.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Электрощиты и защитные устройства сохраняют доступными и закрытыми.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EE318-6388-4A25-8EC5-0E588537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83CB3-5AE5-43F2-940E-F864059A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816957F-AFBC-49BC-AE3E-938177BB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Повторное включение сработавшей защиты без выяснения причины опасно.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02474-6452-40E8-9698-D747161A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C17CA52-7001-443F-932F-ADBDF818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859F38B-F36A-4925-80AD-B8A6040A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78EFCB5-3B0F-438C-BB15-3034D32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eb4c5d590413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919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1A6D8-D91C-4ADF-A384-C8F667F4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52F6B6-A2B5-4F21-BDB4-B0290EB8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Горючие жидкости хранят контролируемо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BFF0E-E597-4601-BD44-56D3CC93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Используют совместимую закрытую тару с читаемой маркировкой.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Количество на рабочем месте ограничивают производственной потребностью и локальными правилами.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Исключают нагрев, искры, разливы и совместное хранение несовместимых веществ.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Проветривание и аварийный сбор разлива готовят заранее.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0DF4C-EFF2-4FFB-B86A-D3DA276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3BD72-ED3F-43AF-B973-4B97DEF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FE84F6B-8807-4B47-B6C0-DE4B2A5A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Перелитая в немаркированную тару жидкость создаёт двойной риск.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DFCDB-8EA6-46F2-8D03-9DA8E1C9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6BCA834-E69D-4348-B1E2-213D36D7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EFE0716-AE5C-48ED-A8BB-9EA73756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DAA5667-6783-49E8-95A0-7D9D7100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07b845a6a494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69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370FD-1428-47B8-A72C-9D3DD771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199F8EF-9985-4AF0-B6F7-0C3423D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Курение — только в отведённом месте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C2199-4D8A-4A7B-B4F5-268CAF89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Место обозначается и организуется с учётом пожарного риска.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Курение запрещено в складах, производственных зонах и других местах, где это установлено.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Окурки полностью гасят и помещают в предусмотренную негорючую ёмкость.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Электронные устройства для курения также подчиняются локальному режиму.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24E55-7723-4398-9A08-2F3C639A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60968-28BB-46CD-8531-2871E909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D42F14B-5797-4C13-A711-0B038376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Отсутствие открытого пламени не означает отсутствие источника нагрева.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6EAC0-C676-457B-8052-4029261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2926ECB-6A6C-4D0E-86E8-975595F1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589C641-C15D-4E18-88CE-44B9BAF2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E1D189-AEAD-4793-8D25-0031900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f72fee1cc4df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663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80E73B-FE32-4FDA-AAA7-0EA435A8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DDB3C4-8152-4DAA-9B95-270098D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Огневые работы готовят до зажигания дуги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73407-6BAA-433F-BDF7-C34C16B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DCB45-F229-4BDC-9C79-9C8397FA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E420400A-65AA-45DF-A173-CF9E1A4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CC9E5A0D-C276-4668-815E-A21D90C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Разрешить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B226CFCA-27D6-4860-9A6C-7C7B8240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Определить место, наряд-допуск, ответственных и время.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B15D3-14D1-4BF8-AD0D-BE3A01F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0CDBD3D-D9D2-4B0D-A469-4F80B37D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4CAFDC79-6364-4307-954C-992E1953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Подготовить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BDC8D70-9B84-4386-854E-65A172E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Удалить или защитить горючее, изолировать оборудование, проверить среду.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A63AD-54C8-49B2-AED3-A45CBB7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589197A-EB8A-4D25-8683-9698BE0B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2124E3A7-38A7-440F-ADB0-2DD8AD96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Обеспечить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8C566DF6-4355-4900-BAB1-524DF57C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Средства тушения, ограждение, вентиляцию, связь и наблюдение.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EB9AC-77D8-4E5A-B1D4-E2D1390D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FA9C2154-BFBD-4A76-80FC-1B717605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7AB09446-0756-4FB2-84E6-2499A676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Контролировать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DB9AD223-DCD5-4200-A5B9-11A58643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Следить во время и после окончания в установленном порядке.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C8B5F-CC9F-4112-A822-E898A6B6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3FBC0-7D2A-40D6-9AF0-A09E1641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E1AB33C-2B5C-4A87-B103-CFAFC52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Переносная ширма не заменяет удаление скрытых горючих материалов.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DBFF0-48D6-4ECD-8F07-11B25F4C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1E45D9E-712D-4DFE-BEC5-ABEEB9E9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3CF8235-6079-4419-B1B6-A29895A6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8CE07FF-53E5-40D5-AC7C-A9965AB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134d355804aa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805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F764F-FE7B-4F76-9980-9590CCB7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BCD280C-6E16-412D-A9D1-68DBEE3B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Пожарный пост наблюдает и после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82E5D-A332-4493-B284-CD2965B1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Наблюдающий контролирует зону искр, скрытые полости и прилегающие помещения.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Он имеет связь, знает способ остановки и расположение средств тушения.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Пост не совмещают с задачей, отвлекающей от контроля.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Продолжительность контроля после работ устанавливается правилами и локальным допуском.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85556-A099-41F9-8399-6D86491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C3F4C-3B25-494B-8075-D7B8E4D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008BFF6-E969-4DD7-A9E3-939CBEDB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Тление может обнаружиться после ухода сварщика.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549FF-A26E-4ED2-80C0-D9412D5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AC1A597-E147-4D59-9C3C-F09CE1D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8DBA7DE-517F-4C00-8651-AFC91045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5CD1EFF-D283-4792-A437-F2912F8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7944ae8e44f6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216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A84C9-38D5-4DB5-AFD5-B16CF91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D893A4D-DC98-4CEE-8307-9AD99926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Дым или запах гари — уже повод действовать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DAFC4-0671-4AC7-A26A-AF744A88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8EA94-C1BD-4595-9148-62CE33AD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1D907B73-432F-4383-B793-C065917A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16AC7C84-F4C2-4A31-9D4B-0C38615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 игнорировать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AD2168A0-873B-415B-9EBA-40B25FA9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Остановить безопасно выполняемую операцию и оценить путь выхода.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94156-C2BD-4FA4-82CD-349EC3EB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20C11D5-6411-4A80-BD7B-9BF50068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9EFF0447-468E-4A25-A13C-307F8E71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Подать сигнал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669CBDC-94DC-4333-8BE9-579CE875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Предупредить людей и сообщить по 101/112 и локальной схеме.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82CBD-4A5E-439C-9D5B-CABD9C11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3DA2825-5F10-42A2-9DB1-0FC2C58B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1D63D44B-76D3-4C1E-AD72-175994D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Эвакуироваться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913CF43F-7B3A-4F8C-9D97-3DE38985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Двигаться по безопасному пути, закрывая двери без запирания.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9B23B-A58F-4F77-9FB3-A2FB7567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C91F5C2C-4CD9-4408-97CD-1B0D9CB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9B0A1AC8-4322-46F8-B323-9E742A09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Передать сведения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673B62C3-3C45-481E-B4FB-06D5714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Указать точное место, признаки и возможные опасные материалы.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93428-21A8-4235-B3EC-B4F3DC27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548685-F28D-4E01-874A-F0FF38D4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73C0FCF-6A71-4AB1-ADF4-28B7FB1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 ждите видимого пламени или повторного сигнала.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3E776-AA4C-4BE6-81D3-5033278A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6743B28-CF4A-4A5A-88FE-F5F194EF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Рекомендации МЧС: 101/112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C41BD3B-A31A-44A8-9DAF-78E14CA8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5CC76AD-A50E-4199-A49B-6C42B20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b0e017a594b2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563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0E6A0-F817-42EA-8695-DA54FDF5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598BBB1-8A33-43AF-857A-A05B8EBD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Сценарий: загорелась корзина у выхода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BE215-9095-46DE-A8FE-88452061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8F7EA-F82D-45D6-85AB-D96DBEA5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9BC48-455A-4915-A1C8-F33538EF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Оцените: очаг мал, но расположен рядом с маршрутом эвакуации.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Подайте сигнал и обеспечьте выход людей, не позволяя огню отрезать дверь.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Тушите только при обучении, подходящем огнетушителе и свободном пути отхода.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 росте дыма немедленно отступите, закройте дверь без запирания и идите на сбор.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667A1-2E9E-4EAD-BCE4-E165A615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AFE23-B14D-4BB3-AA4A-6B0564C8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2DF66A2-1C10-4671-BD87-0DEF498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384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Выход не должен оказаться между работником и огнём.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BE848-222A-4392-BE63-5805E18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5D4C954-E2D0-4505-B121-32BD46AC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478EE19-60D9-4BE9-8D46-339DED7B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74f3703124b1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964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3FA6A-BCC1-4646-8D4E-68296746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1C846FA-AA53-47AE-93B6-DF8905C8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Сценарий: дым из электрощита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7B546-F530-4CC8-8E4A-3C8CA395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8365A-A5E9-4047-9A62-EC335DE0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050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5218E-6D1B-423C-8934-6A6E159D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7524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открывайте шкаф без полномочий и не касайтесь корпуса при подозрении на напряжение.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Подайте тревогу, сообщите 101/112 и организуйте эвакуацию.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Обесточивание выполняет уполномоченное лицо по безопасной процедуре.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6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Применение огнетушителя допустимо только при подходящей маркировке и безопасном пути отхода.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5BCC0-DBA2-4DF1-8736-389393EE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2F8C2-07B7-4D60-80F0-FC6DE19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050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87A1EFE-91F7-4A5C-BB0C-F4F2BC6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384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Скрытая электрическая и дуговая опасность может быть выше видимого пламени.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16878-7C98-4D94-95A1-B41F4B3E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F6DDA16-B7E7-48A9-90BA-AC900BC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Пожарная безопасность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A3D5B10-2C13-490F-B448-B9D2E935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bbc5ab6da48b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8088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9813F15D-0CF3-4891-8DC8-456C8760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алгоритм при пожаре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B44EF-DDC1-46BD-AEC5-E2E2F234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6E99E-C72A-4B32-AA14-34229D0A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AE00B-112F-40E1-B264-ACD7FAB3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Сообщить: тревога, 101 или 112, точное место и опасности.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45696-084B-4477-86A6-D2B3F9ED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4EC9C-7DF7-4D31-89F8-B7FF7C4C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5CDD1-29BC-4B29-A982-64136D26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Предупредить: людей рядом и ответственных по локальной схеме.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31880-7C8B-4987-BFBF-495C9683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B87C3-B94E-4E88-9EF5-76A7911D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9DE9B-0DBA-43B3-91AC-E324364F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Эвакуироваться: безопасный маршрут, дверь закрыть без запирания.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BC063-A49A-4105-96AB-264ADEDC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EE0F5-01DB-44D0-8F09-865A4BB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F815C-9C3A-4F01-A946-62A23AB4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Собраться: перекличка, сведения об отсутствующих, запрет повторного входа.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14EAB-2420-4298-8711-C063E7D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9189A-8F79-48BB-84CD-0F3A895A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6A2AE-08A3-431C-A014-FA0E728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Тушить только безопасный начальный очаг при выполнении всех условий.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C85AE-E415-4C6C-AB8C-2AB71BE8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Нажмите «Начать тест»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768CC-4C86-4D6A-B829-079E6C2E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Актуализировано: 21.08.2026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7d60c4afc44f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98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2026-08-25T14:18:02.6870000Z</dcterms:created>
  <dcterms:modified xsi:type="dcterms:W3CDTF">2026-08-25T14:18:02.6870000Z</dcterms:modified>
</coreProperties>
</file>
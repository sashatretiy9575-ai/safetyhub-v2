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45"/>
  </p:notesMasterIdLst>
  <p:sldIdLst>
    <p:sldId id="260" r:id="rId3"/>
    <p:sldId id="301" r:id="rId4"/>
    <p:sldId id="300" r:id="rId5"/>
    <p:sldId id="299" r:id="rId6"/>
    <p:sldId id="298" r:id="rId7"/>
    <p:sldId id="297" r:id="rId8"/>
    <p:sldId id="296" r:id="rId9"/>
    <p:sldId id="295" r:id="rId10"/>
    <p:sldId id="294" r:id="rId11"/>
    <p:sldId id="293" r:id="rId12"/>
    <p:sldId id="292" r:id="rId13"/>
    <p:sldId id="291" r:id="rId14"/>
    <p:sldId id="290" r:id="rId15"/>
    <p:sldId id="289" r:id="rId16"/>
    <p:sldId id="288" r:id="rId17"/>
    <p:sldId id="287" r:id="rId18"/>
    <p:sldId id="286" r:id="rId19"/>
    <p:sldId id="285" r:id="rId20"/>
    <p:sldId id="284" r:id="rId21"/>
    <p:sldId id="283" r:id="rId22"/>
    <p:sldId id="282" r:id="rId23"/>
    <p:sldId id="281" r:id="rId24"/>
    <p:sldId id="280" r:id="rId25"/>
    <p:sldId id="279" r:id="rId26"/>
    <p:sldId id="278" r:id="rId27"/>
    <p:sldId id="277" r:id="rId28"/>
    <p:sldId id="276" r:id="rId29"/>
    <p:sldId id="275" r:id="rId30"/>
    <p:sldId id="274" r:id="rId31"/>
    <p:sldId id="273" r:id="rId32"/>
    <p:sldId id="272" r:id="rId33"/>
    <p:sldId id="271" r:id="rId34"/>
    <p:sldId id="270" r:id="rId35"/>
    <p:sldId id="269" r:id="rId36"/>
    <p:sldId id="268" r:id="rId37"/>
    <p:sldId id="267" r:id="rId38"/>
    <p:sldId id="266" r:id="rId39"/>
    <p:sldId id="265" r:id="rId40"/>
    <p:sldId id="264" r:id="rId41"/>
    <p:sldId id="263" r:id="rId42"/>
    <p:sldId id="262" r:id="rId43"/>
    <p:sldId id="261" r:id="rId44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6D0A8-46B9-4CCB-8588-E8B2C88F4AAB}" type="datetimeFigureOut">
              <a:rPr lang="ru-KZ" smtClean="0"/>
              <a:t>19.09.2026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11F1C-FECE-4608-93A9-E080A862733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1409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77936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79329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51334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52892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20424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53903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72506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73038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23648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69930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59357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40100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8264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73505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07965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57937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04980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125971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933426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96905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148731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96065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91334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932888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609103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899307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04345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924656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072204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362130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277784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858022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336892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200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379291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813816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915399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40168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39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842944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40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143700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41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91126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11F1C-FECE-4608-93A9-E080A8627339}" type="slidenum">
              <a:rPr lang="ru-KZ" smtClean="0"/>
              <a:t>42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27715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ork Safety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Сварщик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Основы сварочных процессов и безопасная организация рабочего места.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Подготовка соединения, оборудование, защита и контроль результата.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Учебная программа для работы в Республике Казахстан.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 не присваивает квалификационный разряд автоматически.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Содержание обучения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Рассматриваются дуговая сварка, газопламенная обработка и оборудование.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Отдельные разделы посвящены электрическим, газовым и пожарным опасностям.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Практические ситуации связывают подготовку, выполнение и завершение работы.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Параметры конкретной сварки задаёт технологическая документация.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5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Назначение сварного соединения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Сварка создаёт неразъёмное соединение материалов.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Требуемые свойства зависят от материала, конструкции и условий эксплуатации.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Внешний вид шва не подтверждает все его внутренние свойства.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Приёмку проводят по требованиям к конкретному изделию.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Безопасность конструкции зависит от качества соединения.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2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Основные процессы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дуговой сварке нагрев создаёт электрическая дуга.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газовой сварке используют тепло пламени горючего газа и кислорода.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Защита сварочной ванны зависит от выбранного процесса.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Способ выбирают по материалу, толщине и технологии.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Один режим нельзя переносить на все процессы.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4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Ручная дуговая сварка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Плавящийся электрод участвует в формировании металла шва.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Покрытие электрода обеспечивает предусмотренную защиту процесса.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Марку, диаметр и режим выбирают по технологической документации.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Состояние электродов влияет на качество соединения.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Влажные или неподходящие материалы требуют замены.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2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Сварка в защитных газах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Проволока или неплавящийся электрод применяются в зависимости от процесса.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 защищает сварочную ванну от окружающей атмосферы.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Нарушение подачи газа может ухудшить качество.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 и расход выбирают по технологии и оборудованию.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Защитный газ может вытеснять кислород из рабочей зоны.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Газовая сварка и резка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Горелка или резак должны соответствовать используемому газу.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Газовая сварка и кислородная резка имеют разные задачи.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Режим и комплект определяют по материалу и руководству изготовителя.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Порядок зажигания и остановки берут из инструкции конкретного оборудования.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Универсального давления для всех горелок нет.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07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Документация задания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 работы знакомятся с чертежом и требованиями к соединению.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Уточняют материал, подготовку кромок и положение шва.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технологию, режим и порядок контроля.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Неясное требование уточняют до начала сварки.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Устное предположение не заменяет заданную технологию.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1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Подготовка деталей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Поверхности очищают в пределах требований технологии.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Удаляют загрязнения, которые ухудшают качество или создают вредные выделения.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форму кромок и зазор.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Детали закрепляют устойчиво и с безопасным доступом к соединению.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Неизвестное покрытие требует оценки перед нагревом.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7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Сборка и прихватки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взаимное положение деталей по чертежу.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Прихватки выполняют с учётом требований к материалу и технологии.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Приспособления удерживают детали без опасности смещения.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Недопустимый дефект прихватки устраняют установленным способом.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Прихватка также влияет на качество соединения.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Режим и последовательность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Силу тока, напряжение и скорость выбирают по технологии.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Учитывают положение, толщину и тепловое состояние детали.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Изменение режима должно быть обосновано.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Последовательность проходов помогает управлять формой и деформацией.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Подбор наугад особенно опасен для ответственных конструкций.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66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Источники сварочного тока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Трансформатор, выпрямитель и инвертор имеют разные характеристики.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Питание и допустимую нагрузку сверяют с паспортом.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Охлаждение и рабочий цикл соблюдают по инструкции.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Перегрев и неисправность требуют остановки.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Компактный аппарат также нуждается в правильном подключении.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4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Кабели и электрододержатель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изоляцию, соединения и крепление электрода.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Кабель защищают от нагрева, порезов и движения транспорта.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Электрододержатель размещают так, чтобы исключить случайное замыкание.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Неисправные детали выводят из использования.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Повреждённая изоляция требует устранения до включения.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67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Обратный проводник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Ток должен возвращаться по предусмотренной сварочной цепи.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Контакт с изделием обеспечивают надёжным соединением.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используют случайные трубопроводы и конструкции как замену проводнику.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 взрывопожароопасных условиях учитывают специальные требования к изоляции.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Сварочная цепь и защитное заземление имеют разные задачи.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02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Стационарный и временный пост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Стационарный пост оборудуют для повторяющихся операций.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Временный пост требует оценки условий именно в месте задания.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Проходы, освещение и размещение оборудования должны быть безопасными.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Смежные работы согласуют до начала.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Перенос аппарата создаёт новое рабочее место.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1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Основные опасности сварки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Дуга создаёт излучение и опасность электрического поражения.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Искры и горячий металл вызывают ожоги и пожары.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Дым и газы воздействуют на дыхание.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Перемещение деталей, шум и неудобная поза создают дополнительные риски.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Защиту подбирают по всем опасностям задания.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02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Защита глаз и лица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Щиток или маску подбирают по процессу и режиму.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Светофильтр должен обеспечивать необходимую защиту.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целостность, крепление и работоспособность.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зачистке используют защиту от летящих частиц.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Обычные очки не заменяют сварочный светофильтр.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89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Одежда и защита рук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Одежда должна защищать от искр и горячих частиц.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Перчатки выбирают для сварочных работ и сохраняют сухими.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допускают открытых участков тела и карманов, собирающих искры.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Обувь и положение одежды препятствуют попаданию горячего металла.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Загрязнённая горючим одежда непригодна для работы.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317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Защита окружающих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Сварочную зону отделяют предусмотренными экранами.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допускают прямого наблюдения дуги незащищёнными людьми.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Проверяют, куда попадают искры и частицы.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Проходы сохраняют свободными и понятными.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Опасность дуги распространяется за пределы поста.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17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Дым и вентиляция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Удаление загрязнений организуют как можно ближе к источнику.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Общеобменная вентиляция дополняет местное удаление.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Состав выделений зависит от металла, покрытия и расходных материалов.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Респиратор выбирают по оценке риска, он не заменяет необходимую вентиляцию.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Отсутствие резкого запаха не доказывает чистоту воздуха.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95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Электробезопасность сварщика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Аппарат подключает уполномоченный персонал установленным способом.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 работы проверяют защитные соединения и состояние кабелей.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работают с повреждённым оборудованием и опасной влажностью.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Ремонт и переключения выполняют в пределах отдельного допуска.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Группа по электробезопасности не разрешает любые операции.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89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Предсменная проверка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Уточняют задание, документацию и допуск.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Осматривают аппарат, кабели, оснастку и средства защиты.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вентиляцию, экраны и пожарные меры.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Недостаток устраняют до начала сварки.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Проверка относится к сегодняшнему месту и заданию.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93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Подготовка огневых работ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Оформляют предусмотренный допуск для временных огневых работ.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Удаляют или защищают горючие материалы.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проёмы и соседние пространства.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Обеспечивают средства тушения и предусмотренное наблюдение.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Искры способны вызвать тление вне поля зрения.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34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Кислород и горючие газы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Кислород поддерживает горение и усиливает пожарную опасность.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Горючий газ способен образовать опасную смесь с воздухом.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Кислородную арматуру защищают от масла и жира.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Нельзя использовать кислород для продувки одежды или вентиляции.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Каждый газ требует совместимого оборудования.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39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Идентификация баллона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 устанавливают по маркировке и документации.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состояние корпуса, вентиля и предусмотренные сведения об освидетельствовании.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используют баллон с сомнительной принадлежностью или дефектом.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Цвет не должен быть единственным основанием для подключения.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Сомнение в содержимом исключает подключение.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584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Размещение и перемещение баллонов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Баллоны закрепляют от падения и защищают от нагрева.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Используют предназначенные средства перемещения.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поднимают баллон за вентиль и не подвергают ударам.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Расстояния и совместное размещение определяют по действующим требованиям.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Повреждение вентиля может привести к резкому выбросу.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61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Редуктор и манометры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Редуктор выбирают для газа и диапазона давления.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Соединения должны соответствовать оборудованию без самодельных переходников.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исправность манометров и отсутствие повреждений.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Рабочее давление задают по инструкции горелки или резака.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Число из чужого примера не является настройкой.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91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Рукава и соединения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Рукава соответствуют газу и условиям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Их защищают от перегиба, искр и механического повреждения.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Соединения выполняют предусмотренными креплениями.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Утечки проверяют разрешённым способом без открытого пламени.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Запах или подозрение на утечку требует остановки.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69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Обратный удар и защита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Обратный удар распространяет пламя в сторону газовой системы.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Предусмотренные клапаны и огнепреградители снижают риск.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хлопке, перегреве или нестабильности работу прекращают по инструкции.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Повторный пуск допускается после выяснения и устранения причины.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Защитное устройство не отменяет исправность всего комплекта.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13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Сварка ёмкостей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Перед нагревом выясняют, что находилось в ёмкости.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Удаляют остатки и изолируют подводящие коммуникации по процедуре.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атмосферу и выполняют предусмотренные меры допуска.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Закрытая или неизвестная ёмкость не допускается к самовольной сварке.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Пустая на вид ёмкость может содержать горючие пары.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442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Замкнутое пространство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Для входа требуются специальная подготовка места и установленный допуск.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Организуют контроль атмосферы, вентиляцию, связь и наблюдение.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Предусматривают возможность спасения без импровизации.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изменении условий работу прекращают и выходят.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Защитный газ способен создать недостаток кислорода.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14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Работа на высоте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Применяют безопасную площадку и предусмотренную защиту от падения.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Точки крепления выбирают по установленной системе, а не произвольно.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Страховочные элементы защищают от искр и горячего металла.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Нижнюю зону ограждают от падающих предметов и частиц.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Случайный элемент лесов не является подтверждённой точкой крепления.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46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Обращение с деталями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Массу и способ перемещения определяют заранее.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Используют подходящие подъёмные средства и устойчивые опоры.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Руки не размещают в зоне возможного зажатия.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Горячие детали обозначают и размещают безопасно.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Внешний вид металла не всегда показывает его температуру.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101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Выполнение шва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Поддерживают режим и последовательность по технологии.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Наблюдают стабильность процесса и состояние оборудования.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Между проходами выполняют предусмотренную очистку.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продолжают сварку при неисправности или утрате защиты.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Дефект условий требует остановки до дефекта соединения.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31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Внешние дефекты соединения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Трещины, подрезы, наплывы и незаполненные кратеры требуют оценки.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Размер и форма шва должны соответствовать документации.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Поры и непровар могут иметь разные причины.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Допустимость определяют по требованиям, а не личному впечатлению.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Зачистка не доказывает устранение внутреннего дефекта.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0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Контроль и исправление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Визуальный контроль дополняют предусмотренными методами.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Результаты фиксируют с привязкой к соединению.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Исправление выполняют по согласованной технологии.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Повторный контроль подтверждает результат ремонта.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Самовольное исправление может скрыть причину дефекта.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63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Перерывы и окончание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Останавливают оборудование и газовую систему по инструкции.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Исключают случайное включение и утечки.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Осматривают место и смежные зоны на признаки тления.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Оформляют завершение и продолжают предусмотренный пожарный контроль.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Остывание и скрытое тление требуют внимания после сварки.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03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Неисправность или утечка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Прекращают работу и выполняют безопасную остановку.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Предупреждают людей и сообщают ответственному.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ищут газовую утечку пламенем и не ремонтируют под давлением.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Возобновляют работу после подтверждённого устранения причины.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Повторные хлопки нельзя считать нормальным режимом.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9349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Пожар и аварийное оповещение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Сообщают точное место и характер опасности.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Вызывают помощь по установленному порядку, при необходимости 112 или 101.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Сохраняют безопасный путь выхода.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Тушение допускается только при безопасных условиях и наличии подготовки.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При угрозе распространения приоритет имеет эвакуация.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68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Первая помощь и безопасность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Сначала прекращают воздействие опасности без риска для себя.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Вызывают экстренную помощь и действуют в пределах подготовки.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электрическом поражении не касаются человека до безопасного снятия воздействия.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входят без защиты в опасную атмосферу ради спасения.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Условия для помощи должны быть безопасными.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58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Ситуация: неизвестная ёмкость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Поступило задание приварить крепление к использованной ёмкости.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Сведения о прежнем содержимом отсутствуют.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Работу останавливают до идентификации, подготовки и допуска.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Внешняя чистота не подтверждает отсутствие опасных остатков.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Нагрев начинают только после подтверждения безопасных условий.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38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Итоговая проверка знаний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Технология определяет материал, подготовку и режим.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Исправность оборудования и меры защиты проверяют до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Неисправность, утечка и изменение условий требуют остановки.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Нажмите «Начать тест».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Безопасное завершение входит в каждое сварочное задание.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Сварщик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858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2246</Words>
  <Application>Microsoft Office PowerPoint</Application>
  <DocSecurity>0</DocSecurity>
  <PresentationFormat>Широкоэкранный</PresentationFormat>
  <Paragraphs>434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42</vt:i4>
      </vt:variant>
    </vt:vector>
  </HeadingPairs>
  <TitlesOfParts>
    <vt:vector size="46" baseType="lpstr">
      <vt:lpstr>Aptos</vt:lpstr>
      <vt:lpstr>Arial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sick ness</cp:lastModifiedBy>
  <cp:revision>1</cp:revision>
  <dcterms:created xsi:type="dcterms:W3CDTF">2026-08-25T14:17:56Z</dcterms:created>
  <dcterms:modified xsi:type="dcterms:W3CDTF">2026-09-19T10:47:51Z</dcterms:modified>
</cp:coreProperties>
</file>
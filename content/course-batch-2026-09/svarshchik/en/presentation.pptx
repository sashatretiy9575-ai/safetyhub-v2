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</p:sldMasterIdLst>
  <p:notesMasterIdLst>
    <p:notesMasterId r:id="rId45"/>
  </p:notesMasterIdLst>
  <p:sldIdLst>
    <p:sldId id="260" r:id="rId3"/>
    <p:sldId id="301" r:id="rId4"/>
    <p:sldId id="300" r:id="rId5"/>
    <p:sldId id="299" r:id="rId6"/>
    <p:sldId id="298" r:id="rId7"/>
    <p:sldId id="297" r:id="rId8"/>
    <p:sldId id="296" r:id="rId9"/>
    <p:sldId id="295" r:id="rId10"/>
    <p:sldId id="294" r:id="rId11"/>
    <p:sldId id="293" r:id="rId12"/>
    <p:sldId id="292" r:id="rId13"/>
    <p:sldId id="291" r:id="rId14"/>
    <p:sldId id="290" r:id="rId15"/>
    <p:sldId id="289" r:id="rId16"/>
    <p:sldId id="288" r:id="rId17"/>
    <p:sldId id="287" r:id="rId18"/>
    <p:sldId id="286" r:id="rId19"/>
    <p:sldId id="285" r:id="rId20"/>
    <p:sldId id="284" r:id="rId21"/>
    <p:sldId id="283" r:id="rId22"/>
    <p:sldId id="282" r:id="rId23"/>
    <p:sldId id="281" r:id="rId24"/>
    <p:sldId id="280" r:id="rId25"/>
    <p:sldId id="279" r:id="rId26"/>
    <p:sldId id="278" r:id="rId27"/>
    <p:sldId id="277" r:id="rId28"/>
    <p:sldId id="276" r:id="rId29"/>
    <p:sldId id="275" r:id="rId30"/>
    <p:sldId id="274" r:id="rId31"/>
    <p:sldId id="273" r:id="rId32"/>
    <p:sldId id="272" r:id="rId33"/>
    <p:sldId id="271" r:id="rId34"/>
    <p:sldId id="270" r:id="rId35"/>
    <p:sldId id="269" r:id="rId36"/>
    <p:sldId id="268" r:id="rId37"/>
    <p:sldId id="267" r:id="rId38"/>
    <p:sldId id="266" r:id="rId39"/>
    <p:sldId id="265" r:id="rId40"/>
    <p:sldId id="264" r:id="rId41"/>
    <p:sldId id="263" r:id="rId42"/>
    <p:sldId id="262" r:id="rId43"/>
    <p:sldId id="261" r:id="rId44"/>
  </p:sldIdLst>
  <p:sldSz cx="12192000" cy="6858000"/>
  <p:notesSz cx="6858000" cy="9144000"/>
  <p:defaultTextStyle>
    <a:defPPr>
      <a:defRPr lang="ru-K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KZ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C24795-7337-4ADB-8B38-9A8218EC5F70}" type="datetimeFigureOut">
              <a:rPr lang="ru-KZ" smtClean="0"/>
              <a:t>19.09.2026</a:t>
            </a:fld>
            <a:endParaRPr lang="ru-KZ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KZ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KZ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4B885F-9455-4463-B645-887BE344BC51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359775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B885F-9455-4463-B645-887BE344BC51}" type="slidenum">
              <a:rPr lang="ru-KZ" smtClean="0"/>
              <a:t>1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3216449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B885F-9455-4463-B645-887BE344BC51}" type="slidenum">
              <a:rPr lang="ru-KZ" smtClean="0"/>
              <a:t>2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0051602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Сварщик.ppt</a:t>
            </a:r>
          </a:p>
          <a:p>
            <a:r>
              <a:rPr lang="ru-RU"/>
              <a:t>Презентация вебинара Грузоподъемные механизмы Ким.pptx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B885F-9455-4463-B645-887BE344BC51}" type="slidenum">
              <a:rPr lang="ru-KZ" smtClean="0"/>
              <a:t>3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9842879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B885F-9455-4463-B645-887BE344BC51}" type="slidenum">
              <a:rPr lang="ru-KZ" smtClean="0"/>
              <a:t>4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6638130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B885F-9455-4463-B645-887BE344BC51}" type="slidenum">
              <a:rPr lang="ru-KZ" smtClean="0"/>
              <a:t>5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6494664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B885F-9455-4463-B645-887BE344BC51}" type="slidenum">
              <a:rPr lang="ru-KZ" smtClean="0"/>
              <a:t>6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2935047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B885F-9455-4463-B645-887BE344BC51}" type="slidenum">
              <a:rPr lang="ru-KZ" smtClean="0"/>
              <a:t>7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1295238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B885F-9455-4463-B645-887BE344BC51}" type="slidenum">
              <a:rPr lang="ru-KZ" smtClean="0"/>
              <a:t>8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1003258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B885F-9455-4463-B645-887BE344BC51}" type="slidenum">
              <a:rPr lang="ru-KZ" smtClean="0"/>
              <a:t>9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1105828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Сварщик.ppt</a:t>
            </a:r>
          </a:p>
          <a:p>
            <a:r>
              <a:rPr lang="ru-RU"/>
              <a:t>Презентация вебинара Грузоподъемные механизмы Ким.pptx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B885F-9455-4463-B645-887BE344BC51}" type="slidenum">
              <a:rPr lang="ru-KZ" smtClean="0"/>
              <a:t>10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1500452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B885F-9455-4463-B645-887BE344BC51}" type="slidenum">
              <a:rPr lang="ru-KZ" smtClean="0"/>
              <a:t>11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301347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B885F-9455-4463-B645-887BE344BC51}" type="slidenum">
              <a:rPr lang="ru-KZ" smtClean="0"/>
              <a:t>12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841416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</a:p>
          <a:p>
            <a:r>
              <a:rPr lang="en-US"/>
              <a:t>https://old.adilet.zan.kz/rus/docs/V2200026867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B885F-9455-4463-B645-887BE344BC51}" type="slidenum">
              <a:rPr lang="ru-KZ" smtClean="0"/>
              <a:t>13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2169280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</a:p>
          <a:p>
            <a:r>
              <a:rPr lang="en-US"/>
              <a:t>https://old.adilet.zan.kz/rus/docs/V2200026867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B885F-9455-4463-B645-887BE344BC51}" type="slidenum">
              <a:rPr lang="ru-KZ" smtClean="0"/>
              <a:t>14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3655422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B885F-9455-4463-B645-887BE344BC51}" type="slidenum">
              <a:rPr lang="ru-KZ" smtClean="0"/>
              <a:t>15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2742357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B885F-9455-4463-B645-887BE344BC51}" type="slidenum">
              <a:rPr lang="ru-KZ" smtClean="0"/>
              <a:t>16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0117037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B885F-9455-4463-B645-887BE344BC51}" type="slidenum">
              <a:rPr lang="ru-KZ" smtClean="0"/>
              <a:t>17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7766028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B885F-9455-4463-B645-887BE344BC51}" type="slidenum">
              <a:rPr lang="ru-KZ" smtClean="0"/>
              <a:t>18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1557266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B885F-9455-4463-B645-887BE344BC51}" type="slidenum">
              <a:rPr lang="ru-KZ" smtClean="0"/>
              <a:t>19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1250663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B885F-9455-4463-B645-887BE344BC51}" type="slidenum">
              <a:rPr lang="ru-KZ" smtClean="0"/>
              <a:t>20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9657256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</a:p>
          <a:p>
            <a:r>
              <a:rPr lang="en-US"/>
              <a:t>https://old.adilet.zan.kz/rus/docs/V1500010889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B885F-9455-4463-B645-887BE344BC51}" type="slidenum">
              <a:rPr lang="ru-KZ" smtClean="0"/>
              <a:t>21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2346957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B885F-9455-4463-B645-887BE344BC51}" type="slidenum">
              <a:rPr lang="ru-KZ" smtClean="0"/>
              <a:t>22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80292299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</a:p>
          <a:p>
            <a:r>
              <a:rPr lang="en-US"/>
              <a:t>https://old.adilet.zan.kz/rus/docs/V2200026867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B885F-9455-4463-B645-887BE344BC51}" type="slidenum">
              <a:rPr lang="ru-KZ" smtClean="0"/>
              <a:t>23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31100734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B885F-9455-4463-B645-887BE344BC51}" type="slidenum">
              <a:rPr lang="ru-KZ" smtClean="0"/>
              <a:t>24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78980935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Сварщик.ppt</a:t>
            </a:r>
          </a:p>
          <a:p>
            <a:r>
              <a:rPr lang="ru-RU"/>
              <a:t>Презентация вебинара Сосуды под давлением.pptx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B885F-9455-4463-B645-887BE344BC51}" type="slidenum">
              <a:rPr lang="ru-KZ" smtClean="0"/>
              <a:t>25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39231578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Сварщик.ppt</a:t>
            </a:r>
          </a:p>
          <a:p>
            <a:r>
              <a:rPr lang="ru-RU"/>
              <a:t>Презентация вебинара Сосуды под давлением.pptx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B885F-9455-4463-B645-887BE344BC51}" type="slidenum">
              <a:rPr lang="ru-KZ" smtClean="0"/>
              <a:t>26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44540075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B885F-9455-4463-B645-887BE344BC51}" type="slidenum">
              <a:rPr lang="ru-KZ" smtClean="0"/>
              <a:t>27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28230630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B885F-9455-4463-B645-887BE344BC51}" type="slidenum">
              <a:rPr lang="ru-KZ" smtClean="0"/>
              <a:t>28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68650444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B885F-9455-4463-B645-887BE344BC51}" type="slidenum">
              <a:rPr lang="ru-KZ" smtClean="0"/>
              <a:t>29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98183009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</a:p>
          <a:p>
            <a:r>
              <a:rPr lang="en-US"/>
              <a:t>https://old.adilet.zan.kz/rus/docs/V2200026867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B885F-9455-4463-B645-887BE344BC51}" type="slidenum">
              <a:rPr lang="ru-KZ" smtClean="0"/>
              <a:t>30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14157427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B885F-9455-4463-B645-887BE344BC51}" type="slidenum">
              <a:rPr lang="ru-KZ" smtClean="0"/>
              <a:t>31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56613413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B885F-9455-4463-B645-887BE344BC51}" type="slidenum">
              <a:rPr lang="ru-KZ" smtClean="0"/>
              <a:t>32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10125999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Сварщик.ppt</a:t>
            </a:r>
          </a:p>
          <a:p>
            <a:r>
              <a:rPr lang="ru-RU"/>
              <a:t>Презентация вебинара Грузоподъемные механизмы Ким.pptx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B885F-9455-4463-B645-887BE344BC51}" type="slidenum">
              <a:rPr lang="ru-KZ" smtClean="0"/>
              <a:t>33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62995154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B885F-9455-4463-B645-887BE344BC51}" type="slidenum">
              <a:rPr lang="ru-KZ" smtClean="0"/>
              <a:t>34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62912670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Сварщик.ppt</a:t>
            </a:r>
          </a:p>
          <a:p>
            <a:r>
              <a:rPr lang="ru-RU"/>
              <a:t>Презентация вебинара Грузоподъемные механизмы Ким.pptx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B885F-9455-4463-B645-887BE344BC51}" type="slidenum">
              <a:rPr lang="ru-KZ" smtClean="0"/>
              <a:t>35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81933206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Сварщик.ppt</a:t>
            </a:r>
          </a:p>
          <a:p>
            <a:r>
              <a:rPr lang="ru-RU"/>
              <a:t>Презентация вебинара Грузоподъемные механизмы Ким.pptx</a:t>
            </a:r>
          </a:p>
          <a:p>
            <a:r>
              <a:rPr lang="ru-RU"/>
              <a:t>Презентация вебинара Сосуды под давлением.pptx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B885F-9455-4463-B645-887BE344BC51}" type="slidenum">
              <a:rPr lang="ru-KZ" smtClean="0"/>
              <a:t>36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43372598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</a:p>
          <a:p>
            <a:r>
              <a:rPr lang="en-US"/>
              <a:t>https://old.adilet.zan.kz/rus/docs/V2200026867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B885F-9455-4463-B645-887BE344BC51}" type="slidenum">
              <a:rPr lang="ru-KZ" smtClean="0"/>
              <a:t>37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35097897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B885F-9455-4463-B645-887BE344BC51}" type="slidenum">
              <a:rPr lang="ru-KZ" smtClean="0"/>
              <a:t>38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17423523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</a:p>
          <a:p>
            <a:r>
              <a:rPr lang="en-US"/>
              <a:t>https://old.adilet.zan.kz/rus/docs/V2200026867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B885F-9455-4463-B645-887BE344BC51}" type="slidenum">
              <a:rPr lang="ru-KZ" smtClean="0"/>
              <a:t>39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43832379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Сварщик.ppt</a:t>
            </a:r>
          </a:p>
          <a:p>
            <a:r>
              <a:rPr lang="ru-RU"/>
              <a:t>Презентация вебинара Электробезопасность - Ким - ноябрь 2025 года.pptx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B885F-9455-4463-B645-887BE344BC51}" type="slidenum">
              <a:rPr lang="ru-KZ" smtClean="0"/>
              <a:t>40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30028182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B885F-9455-4463-B645-887BE344BC51}" type="slidenum">
              <a:rPr lang="ru-KZ" smtClean="0"/>
              <a:t>41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26207853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B885F-9455-4463-B645-887BE344BC51}" type="slidenum">
              <a:rPr lang="ru-KZ" smtClean="0"/>
              <a:t>42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1526370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Work Safety — базов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Arial"/>
          <a:ea typeface="Arial"/>
          <a:cs typeface="Arial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Arial"/>
          <a:ea typeface="Arial"/>
          <a:cs typeface="Arial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Arial"/>
          <a:ea typeface="Arial"/>
          <a:cs typeface="Arial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1pPr>
      <a:lvl2pPr marL="457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2pPr>
      <a:lvl3pPr marL="914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3pPr>
      <a:lvl4pPr marL="1371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marL="18288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marL="22860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marL="2743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marL="3200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marL="3657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Work Safety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K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Welder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Fundamentals of welding processes and safe workplace organisation.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Joint preparation, equipment, protection and inspection.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A training programme for work in the Republic of Kazakhstan.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This course does not automatically award a vocational grade.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Welder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01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282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Course content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course covers arc welding, gas flame processes and equipment.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Separate sections address electrical, gas and fire hazards.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Practical scenarios connect preparation, execution and completion.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The welding procedure specifies parameters for the actual task.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Welder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02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602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Purpose of a welded joint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Welding creates a permanent joint between materials.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Required properties depend on the material, structure and operating conditions.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Weld appearance does not verify all internal properties.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Acceptance follows the requirements for the specific product.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Structural safety depends on joint quality.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Welder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03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894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Main processes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An electric arc provides heat in arc welding.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Gas welding uses the flame of fuel gas and oxygen.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Weld-pool protection depends on the selected process.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Select the process according to material, thickness and procedure.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One set of parameters cannot apply to every process.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Welder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04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015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Manual metal arc welding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consumable electrode contributes to the weld metal.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Its coating provides the intended process protection.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Select the electrode classification, diameter and parameters using the welding procedure.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Electrode condition affects joint quality.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Damp or unsuitable materials must be replaced.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Welder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05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187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Gas-shielded welding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process uses wire or a non-consumable electrode, depending on its type.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Gas shields the weld pool from the surrounding atmosphere.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Interrupted gas supply can impair quality.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Select the gas and flow rate according to the procedure and equipment.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Shielding gas can displace oxygen from the work area.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Welder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06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9797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Gas welding and cutting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torch or cutting torch must match the gas used.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Gas welding and oxygen cutting perform different tasks.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Select parameters and equipment according to the material and manufacturer's instructions.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Use the lighting and shutdown sequence for the actual equipment.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There is no universal pressure setting for all torches.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Welder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07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063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Task documentation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Read the drawing and joint requirements before work.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Establish the material, edge preparation and welding position.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Check the procedure, parameters and inspection requirements.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Clarify unclear requirements before welding starts.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An informal assumption cannot replace the specified procedure.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Welder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08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04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Preparing components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Clean surfaces as required by the procedure.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Remove contamination that could impair quality or produce harmful emissions.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Check edge shape and joint gap.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Secure components for stable positioning and safe access.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Assess an unknown coating before heating it.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Welder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09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6017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Assembly and tack welds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Verify component alignment against the drawing.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Make tack welds according to material and procedure requirements.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Fixtures must hold components without dangerous movement.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Remove unacceptable tack-weld defects using the established method.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Tack welds also affect joint quality.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Welder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10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1267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Parameters and sequence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Select current, voltage and travel speed using the procedure.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Account for welding position, thickness and the component's thermal condition.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Any parameter change must be justified.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Pass sequence helps control shape and distortion.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Guessing parameters is especially dangerous for safety-critical structures.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Welder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11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1059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Welding power sources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Transformers, rectifiers and inverters have different characteristics.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Verify power supply and permitted load against the equipment passport.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Follow the cooling and duty-cycle instructions.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Stop in the event of overheating or a fault.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A compact machine still requires correct connection.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Welder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12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5475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Cables and electrode holder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Check insulation, connections and electrode clamping.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Protect cables from heat, cuts and moving vehicles.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Place the holder to prevent accidental short circuits.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Remove defective components from use.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Correct damaged insulation before energising.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Welder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13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5813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Work return conductor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Current must return through the intended welding circuit.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Provide a reliable connection to the workpiece.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Do not substitute random pipes or structures for the return conductor.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Apply the special insulation requirements in fire or explosion hazardous conditions.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The welding circuit and protective earthing serve different purposes.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Welder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14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2680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Permanent and temporary welding stations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A permanent station is equipped for repeated operations.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A temporary station requires assessment of the actual task location.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Access, lighting and equipment positioning must be safe.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Coordinate nearby activities before starting.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Moving the machine creates a new workplace.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Welder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15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4245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Main welding hazards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arc creates radiation and electrical shock hazards.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Sparks and hot metal cause burns and fires.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Fumes and gases affect breathing.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Handling components, noise and awkward posture create additional risks.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Select protection for all hazards of the task.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Welder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16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8061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Eye and face protection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Select a welding helmet or shield for the process and parameters.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filter must provide the required protection.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Check integrity, attachments and function.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Use protection against flying particles during grinding and cleaning.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Ordinary glasses cannot replace a welding filter.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Welder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17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134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Clothing and hand protection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Clothing must protect against sparks and hot particles.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Use welding gloves and keep them dry.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Prevent exposed skin and pockets that collect sparks.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Footwear and clothing arrangement must keep hot metal out.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Clothing contaminated with combustible substances is unsuitable.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Welder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18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0403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Protecting other people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Separate the welding area with the specified screens.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Prevent unprotected people from looking directly at the arc.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Check where sparks and particles travel.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Keep access routes clear and easy to identify.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Arc hazards extend beyond the welding station.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Welder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19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2498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Fumes and ventilation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Remove contaminants as close to their source as possible.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General ventilation supplements local extraction.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Emissions depend on the metal, coatings and consumables.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Select respiratory protection from a risk assessment; it does not replace required ventilation.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The absence of a strong smell does not prove clean air.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Welder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20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5058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Electrical safety for welders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Authorised personnel connect the machine using the established method.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Check protective connections and cables before work.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Do not work with damaged equipment or unsafe moisture conditions.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Repairs and switching require the relevant separate authorisation.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An electrical safety group does not authorise every operation.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Welder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21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0910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Pre-shift checks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Clarify the task, documentation and authorisation.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Inspect the machine, cables, fixtures and protective equipment.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Check ventilation, screens and fire precautions.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Correct deficiencies before welding.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The check applies to today's location and task.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Welder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22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4890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Preparing hot work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Obtain the prescribed authorisation for temporary hot work.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Remove or protect combustible materials.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Check openings and adjoining spaces.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Provide firefighting equipment and the required monitoring.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Sparks can cause smouldering out of sight.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Welder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23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2074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Oxygen and fuel gases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Oxygen supports combustion and increases fire hazards.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Fuel gas can form a dangerous mixture with air.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Keep oxygen fittings free from oil and grease.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Never use oxygen to blow off clothing or ventilate a space.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Each gas requires compatible equipment.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Welder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24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4947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Identifying a cylinder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Identify the gas from markings and documentation.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Check the shell, valve and required examination information.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Do not use a defective or uncertainly identified cylinder.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Colour alone is not sufficient for connection.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Uncertainty about the contents rules out connection.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Welder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25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8562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Positioning and moving cylinders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Secure cylinders against falling and protect them from heat.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Use equipment intended for cylinder handling.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Do not lift by the valve or expose cylinders to impacts.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Determine separation distances and co-location from current requirements.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Valve damage can cause a sudden release.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Welder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26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3026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Regulators and gauges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Select a regulator for the gas and pressure range.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Use compatible connections without improvised adapters.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Check gauge condition and absence of damage.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Set operating pressure according to the torch instructions.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A value from someone else's example is not a setting.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Welder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27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3399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Hoses and connections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Use hoses suitable for the gas and working conditions.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Protect them from kinks, sparks and mechanical damage.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Use the specified fasteners for connections.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Check leaks by an approved method without an open flame.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A smell or suspected leak requires stopping.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Welder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28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140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Flashback and protection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Flashback carries the flame back towards the gas system.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Specified valves and flashback arrestors reduce the risk.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Stop according to the instructions after a pop, overheating or unstable operation.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Restart only after establishing and correcting the cause.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A safety device does not replace a serviceable system.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Welder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29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952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Welding containers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Before heating, establish what the container previously held.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Remove residues and isolate connected services under the procedure.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Test the atmosphere and complete the required authorisation measures.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Do not independently weld a closed or unidentified container.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An apparently empty container may contain flammable vapours.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Welder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30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2228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Confined spaces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Entry requires special preparation and established authorisation.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Arrange atmosphere testing, ventilation, communication and an attendant.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Plan rescue without improvisation.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Stop and leave if conditions change.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Shielding gas can create an oxygen-deficient atmosphere.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Welder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31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4039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Work at height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Use a safe platform and the specified fall protection.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Select attachment points under the established system, not arbitrarily.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Protect fall-protection components from sparks and hot metal.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Barrier off the lower area against falling objects and particles.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A random scaffold component is not a verified anchorage.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Welder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32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1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Handling components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Determine mass and the handling method beforehand.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Use suitable lifting equipment and stable supports.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Keep hands clear of potential trapping points.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Identify hot components and place them safely.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Metal appearance does not always reveal its temperature.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Welder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33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4715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Making the weld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Maintain the parameters and sequence specified by the procedure.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Monitor process stability and equipment condition.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Carry out the required cleaning between passes.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Do not continue if equipment fails or protection is lost.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Stop for unsafe conditions before a defective joint results.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Welder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34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8043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Visible joint defects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Cracks, undercut, overlap and unfilled craters require assessment.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Weld size and shape must match the documentation.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Porosity and lack of penetration can have different causes.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Determine acceptance from requirements, not personal impressions.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Grinding does not prove removal of an internal defect.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Welder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35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8707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Inspection and repair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Supplement visual inspection with the required methods.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Record results against the specific joint.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Use an agreed procedure for repair.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Repeat inspection to confirm the repair result.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Unauthorised repair can conceal the cause of a defect.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Welder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36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61645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Breaks and completion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Shut down equipment and the gas system as instructed.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Prevent unintended starting and leaks.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Inspect the work area and adjacent spaces for smouldering.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Record completion and maintain the required fire monitoring.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Cooling and concealed smouldering require attention after welding.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Welder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37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9530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Faults or leakage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Stop work and carry out a safe shutdown.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Warn people and notify the responsible person.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Do not search for gas leaks with a flame or repair under pressure.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Resume only after the cause has been confirmed as corrected.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Repeated popping is not normal operation.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Welder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38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90271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Fire and emergency notification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Report the exact location and nature of the hazard.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Call for help under the established procedure; use 112 or 101 where necessary.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Maintain a safe escape route.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Attempt firefighting only with suitable training and safe conditions.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Evacuate when fire threatens to spread.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Welder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39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43791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First aid and safety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First stop harmful exposure without endangering yourself.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Call emergency services and act within your training.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For electrical injury, do not touch the person until electrical exposure is safely removed.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Do not enter a hazardous atmosphere without protection to attempt rescue.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Assistance requires safe conditions.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Welder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40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76866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Scenario: an unidentified container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You are asked to weld an attachment onto a used container.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Its previous contents are unknown.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Stop until identification, preparation and authorisation are complete.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External cleanliness does not prove absence of hazardous residues.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Heat only after safe conditions are verified.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Welder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41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5635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Final knowledge assessment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welding procedure determines materials, preparation and parameters.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Check equipment and protective measures before work.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Faults, leaks and changed conditions require stopping.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Select Start test.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Safe completion is part of every welding task.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Welder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42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39789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2460</Words>
  <Application>Microsoft Office PowerPoint</Application>
  <DocSecurity>0</DocSecurity>
  <PresentationFormat>Широкоэкранный</PresentationFormat>
  <Paragraphs>434</Paragraphs>
  <Slides>42</Slides>
  <Notes>42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42</vt:i4>
      </vt:variant>
    </vt:vector>
  </HeadingPairs>
  <TitlesOfParts>
    <vt:vector size="46" baseType="lpstr">
      <vt:lpstr>Aptos</vt:lpstr>
      <vt:lpstr>Arial</vt:lpstr>
      <vt:lpstr>ChatGPT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sick ness</cp:lastModifiedBy>
  <cp:revision>1</cp:revision>
  <dcterms:created xsi:type="dcterms:W3CDTF">2026-08-25T14:17:56Z</dcterms:created>
  <dcterms:modified xsi:type="dcterms:W3CDTF">2026-09-19T10:48:21Z</dcterms:modified>
</cp:coreProperties>
</file>
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58"/>
  </p:notesMasterIdLst>
  <p:sldIdLst>
    <p:sldId id="260" r:id="rId3"/>
    <p:sldId id="314" r:id="rId4"/>
    <p:sldId id="313" r:id="rId5"/>
    <p:sldId id="312" r:id="rId6"/>
    <p:sldId id="311" r:id="rId7"/>
    <p:sldId id="310" r:id="rId8"/>
    <p:sldId id="309" r:id="rId9"/>
    <p:sldId id="308" r:id="rId10"/>
    <p:sldId id="307" r:id="rId11"/>
    <p:sldId id="306" r:id="rId12"/>
    <p:sldId id="305" r:id="rId13"/>
    <p:sldId id="304" r:id="rId14"/>
    <p:sldId id="303" r:id="rId15"/>
    <p:sldId id="302" r:id="rId16"/>
    <p:sldId id="301" r:id="rId17"/>
    <p:sldId id="300" r:id="rId18"/>
    <p:sldId id="299" r:id="rId19"/>
    <p:sldId id="298" r:id="rId20"/>
    <p:sldId id="297" r:id="rId21"/>
    <p:sldId id="296" r:id="rId22"/>
    <p:sldId id="295" r:id="rId23"/>
    <p:sldId id="294" r:id="rId24"/>
    <p:sldId id="293" r:id="rId25"/>
    <p:sldId id="292" r:id="rId26"/>
    <p:sldId id="291" r:id="rId27"/>
    <p:sldId id="290" r:id="rId28"/>
    <p:sldId id="289" r:id="rId29"/>
    <p:sldId id="288" r:id="rId30"/>
    <p:sldId id="287" r:id="rId31"/>
    <p:sldId id="286" r:id="rId32"/>
    <p:sldId id="285" r:id="rId33"/>
    <p:sldId id="284" r:id="rId34"/>
    <p:sldId id="283" r:id="rId35"/>
    <p:sldId id="282" r:id="rId36"/>
    <p:sldId id="281" r:id="rId37"/>
    <p:sldId id="280" r:id="rId38"/>
    <p:sldId id="279" r:id="rId39"/>
    <p:sldId id="278" r:id="rId40"/>
    <p:sldId id="277" r:id="rId41"/>
    <p:sldId id="276" r:id="rId42"/>
    <p:sldId id="275" r:id="rId43"/>
    <p:sldId id="274" r:id="rId44"/>
    <p:sldId id="273" r:id="rId45"/>
    <p:sldId id="272" r:id="rId46"/>
    <p:sldId id="271" r:id="rId47"/>
    <p:sldId id="270" r:id="rId48"/>
    <p:sldId id="269" r:id="rId49"/>
    <p:sldId id="268" r:id="rId50"/>
    <p:sldId id="267" r:id="rId51"/>
    <p:sldId id="266" r:id="rId52"/>
    <p:sldId id="265" r:id="rId53"/>
    <p:sldId id="264" r:id="rId54"/>
    <p:sldId id="263" r:id="rId55"/>
    <p:sldId id="262" r:id="rId56"/>
    <p:sldId id="261" r:id="rId57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1066F-F2CD-4D15-8F54-B4CE9D2010CE}" type="datetimeFigureOut">
              <a:rPr lang="ru-KZ" smtClean="0"/>
              <a:t>19.09.2026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B712C-FBBA-453A-B8DD-8FEDB469F1B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37105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51016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76775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7226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</a:p>
          <a:p>
            <a:r>
              <a:rPr lang="ru-RU"/>
              <a:t>https://adilet.zan.kz/rus/docs/V1400010332</a:t>
            </a:r>
          </a:p>
          <a:p>
            <a:r>
              <a:rPr lang="ru-RU"/>
              <a:t>https://old.adilet.zan.kz/rus/docs/V1400010303</a:t>
            </a:r>
          </a:p>
          <a:p>
            <a:r>
              <a:rPr lang="ru-RU"/>
              <a:t>https://old.adilet.zan.kz/rus/docs/V1500010889</a:t>
            </a:r>
          </a:p>
          <a:p>
            <a:r>
              <a:rPr lang="ru-RU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44632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90824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74578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23960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66420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57580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89529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70697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99484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2577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54689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23659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11742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62936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23296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https://adilet.zan.kz/rus/docs/V1400010332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17665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447809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508335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30237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29021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344083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074536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58974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185842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45710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92752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https://old.adilet.zan.kz/rus/docs/V1400010303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551006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https://old.adilet.zan.kz/rus/docs/V1400010303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940437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341349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821488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180813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120879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850804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218221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Сварщик.ppt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324844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Сварщик.ppt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39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770424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909760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997392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0903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40313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640608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529233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298433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41011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549166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49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509068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50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312195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51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319793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52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080893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53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395962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54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4383877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B712C-FBBA-453A-B8DD-8FEDB469F1B2}" type="slidenum">
              <a:rPr lang="ru-KZ" smtClean="0"/>
              <a:t>55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81728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ork Safety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Өндірістегі қауіптер және қауіпсіз жұмысты ұйымдастыру.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Жүк көтеру механизмдері, қысыммен жұмыс істейтін жабдық және электр қондырғылары.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Аварияның алдын алу, жұмыскердің әрекеті және өндірістік бақылау.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Қазақстан Республикасында жұмыс істеуге арналған оқу курсы.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Курстың мазмұны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Жалпы талаптар барлық өндірістік операцияларды байланыстырады.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Әр жабдық түрі үшін құжаттар, жұмысқа жіберу және қорғаныс шаралары қаралады.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Практикалық жағдайлар жұмысты тоқтату қажет кездерді тануға көмектеседі.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Жабдықпен жұмысқа арнайы рұқсат бөлек рәсімделеді.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7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қауіпсіздіктің мақсаты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 адамдарды, мүлікті және қоршаған ортаны қауіпті өндірістік факторлардан қорғайды.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Аварияның алдын алу жабдық іске қосылғанға дейін басталады.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Дайындыққа байланыс, эвакуация және персоналдың үйретілген әрекеттері кіреді.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Қауіпсіздік бүкіл пайдалану мерзімінде қамтамасыз етіледі.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2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Нормативтік негіз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ҚР «Азаматтық қорғау туралы» заңы жалпы талаптарды белгілейді.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Жүк көтеру механизмдеріне № 359, қысымдағы жабдыққа № 358 бұйрықтың қағидалары қолданылады.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 қауіпсіздігі мен от жұмыстарын салалық қағидалар реттейді.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нұсқаулығы нақты жабдық пен объект жағдайын ескереді.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Үлгі нұсқаулық нақты жұмыстың талаптарын алмастырмайды.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0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Қауіпті өндірістік объект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Қауіпті заттар мен процестер болса, қауіпті объект белгілері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Сәйкестендіру кәсіпорынның атауы бойынша емес, заңнамаға сәйкес жүргізіледі.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Қауіпті техникалық құрылғылар түрі мен параметрлеріне қарай есепке алынады.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Жұмыскер өз учаскесінің қауіптері мен рұқсат шегін білуі тиіс.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Атауда «қауіпті» сөзінің болмауы тәуекелді жоймайды.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88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Қауіпті заттар мен процестер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Жанғыш заттар тұтануы мүмкін, тотықтырғыштар жануды күшейтеді.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Улы заттар тыныс алу және жанасу кезінде қауіпті.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Қысым, температура және механикалық энергия ауыр зақым келтіруі мүмкін.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үшін зат, процесс және қорғаныс шаралары туралы мәлімет қажет.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Қауіп қасиеттер мен пайдалану жағдайына байланысты.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26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Авария және инцидент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Қирау, бақыланбайтын жарылыс немесе қауіпті заттардың шығуы авария белгілеріне жатады.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Жабдықтың істен шығуы немесе режимнің ауытқуы инцидент болуы мүмкін.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Зардап шеккендер болмаса да, оқиға туралы хабарлап, оны талдау керек.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Ауытқуды жасыру аварияның алдын алуға кедергі жасайды.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Ауытқуды қайталанғанға дейін тіркейді.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96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Ұйымның міндеттері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Ұйым жабдықтың жарамдылығын және міндетті талаптардың орындалуын қамтамасыз етеді.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Жауапты адамдарды тағайындап, бақылау тәртібін белгілейді.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Оқытуды, білімді тексеруді және персоналды жұмысқа жіберуді ұйымдастырады.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Авария салдарын оқшаулауға және жоюға дайындықты сақтайды.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Жауапты адамды тағайындау ұйымның міндеттерін жоймайды.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3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Жұмыскердің әрекеттері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Жұмыскер тапсырманы өз даярлығы мен рұқсаты шегінде орындайды.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орнын тексеріп, көзделген қорғаныс құралдарын қолданады.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Ақаулар, ауытқулар және адамдарға төнген қауіп туралы хабарлайды.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Тікелей қауіп кезінде жұмысты тоқтатып, қауіпсіз жерге шығады.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Қауіпті ақауды өз бетінше жөндеуге болмайды.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4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Оқыту және жұмысқа жіберу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Оқыту қауіптер мен қауіпсіз жұмыс тәсілдерін түсіндіреді.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Білімді тексеру талаптардың түсінілгенін растайды.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Нұсқама нақты тапсырма мен жұмыс орнымен таныстырады.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Қағидалар талап етсе, практикалық даярлық пен жұмысқа жіберу қажет.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Презентацияны көру кез келген операцияға құқық бермейді.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3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Өндірістік бақылау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Бақылау бұзушылықтарды аварияға дейін анықтайды.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Тексеру жабдықты, құжаттарды, персоналды және жұмыс жағдайын қамтиды.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Ескерту бойынша шара, жауапты адам және мерзім белгіленеді.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Жою нәтижесі іс жүзінде тексеріледі.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«Жойылды» жазбасы орнында расталуы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52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алдындағы тексеру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Тапсырманы, жұмыс аймағының шегін және жауапты адамдарды нақтылайды.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Жабдықты, қорғаныс құрылғыларын және өтетін жолдарды тексереді.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Қатар жүретін жұмыстар мен ықтимал өзгерістерді бағалайды.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Жағдай талапқа сай болмаса, себеп жойылғанша жұмысты бастамайды.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Кешегі жарамдылық бүгінгі тексеруді алмастырмайды.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77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орнындағы тәуекел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Зиян келтіретін факторды және қауіпті аймақта кім болатынын анықтайды.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Қауіпті жоюға және техникалық қорғанысқа басымдық береді.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Ұйымдастыру шаралары мен ЖҚҚ қорғанысты толықтырады.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Жабдық, тапсырма немесе орта өзгерсе, бағалауды қайталайды.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Жағдай өзгерсе, тәуекел қайта бағаланады.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61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Наряд және жұмыстарды келісу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Наряд-рұқсат қағидалар мен белгіленген тәртіп талап ететін жұмыстарға рәсімделеді.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Онда орын, жұмыс мазмұны, орындаушылар және қорғаныс шаралары көрсетіледі.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Нақты жұмыс орны рұқсат шарттарына сәйкес болуы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Тапсырма өзгерсе, шарттар қайта қаралады.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Нарядтағы қол орындалған шараларды алмастырмайды.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32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Энергия көздерін оқшаулау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Жөндеу алдында электр, механикалық және жинақталған энергияны анықтайды.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Жабдықты тоқтатып, кездейсоқ іске қосылуын болдырмайды.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Қысымды түсіріп, қозғалатын бөлшектерді тәртіпке сәйкес бекітеді.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Қауіпті энергияның жоқтығын уәкілетті персонал тексереді.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«Тоқтату» түймесі ғана оқшаулауды қамтамасыз етпейді.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40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От жұмыстары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Дәнекерлеу, кесу және қыздыру ұшқын мен ыстық беттерді тудырады.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Жанғыш материалдарды алып тастайды немесе қорғайды.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Іргелес бөлмелерді, ойықтарды және жасырын қуыстарды тексереді.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Өрт сөндіру құралдарын және жұмыстан кейінгі бақылауды ұйымдастырады.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Ұшқын көрінетін аймақтан тыс жерге түсуі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13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 құжаттамасы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Паспорт құрылғы мен рұқсат етілген параметрлерді анықтауға көмектеседі.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Өндіруші нұсқаулығы пайдалану және қызмет көрсету шарттарын белгілейді.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Журналдарда тексеру, жөндеу және ақаулар туралы мәлімет сақталады.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Белгісіз параметрлерді жұмысқа дейін анықтайды.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Көрші құрылғының параметрлері паспортты алмастырмайды.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22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Жүк көтеру механизмдері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Крандар, тальдар және басқа құрылғылар әртүрлі мақсатта қолданылады.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Строптар, траверсалар және ыдыстар қауіпсіз көтеру жүйесіне кіреді.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Таңдау кезінде жүк массасы, жұмыс аймағы және орнату жағдайы ескеріледі.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паспорт пен технологиялық сызбаға сәйкес ұйымдастырылады.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Көтеру қауіпсіздігі бүкіл жүйеге байланысты.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6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Паспорт және таңбалау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Механизмнің түрі мен сәйкестендіру нөмірін салыстырады.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Жүк көтергіштікті, орнату жағдайын және өндіруші шектеулерін тексереді.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Куәландыру және жұмысқа жіберу құжаттарын ескереді.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Таңбалау оқылмаса немесе қайшы болса, мәліметті нақтылайды.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Жүк көтергіштік нақты жағдай үшін тексеріледі.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84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Есепке алу және қызмет көрсету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Мемлекеттік немесе ішкі есепке алу құрылғы түріне байланысты.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Мемлекеттік тіркеу талап етілмеуі бақылауды жоймайды.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Қызмет көрсету мен жөндеу белгіленген кестемен орындалады.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Тексеру және ақауды жою нәтижелері құжатта сақталады.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Ішкі есеп те жауапкершілікті талап етеді.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08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Кранмен жұмыстағы жауаптылар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Қадағалау қауіпсіз пайдалануды бақылайды.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Жарамды күйге жауапты адам қызмет көрсету мен жөндеуді ұйымдастырады.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Жүкті жылжытуға жауапты адам операцияның қауіпсіздігін ұйымдастырады.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Кран машинисі мен строптаушы өз міндеттері мен келісілген сигналдарды орындайды.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Міндеттер көтеруге дейін белгілі болуы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7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Көтеруге дайындық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Массаны, ауырлық орталығын және строптау нүктелерін анықтайды.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Сипаттамалары сәйкес механизм мен құрылғыларды таңдайды.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Бағытты, жүк қойылатын орынды және адамдардың жоқтығын тексереді.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Қатысушылар арасындағы байланысты келіседі.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Белгісіз масса көтеруге дейін анықталады.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89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Строптар және жүк ұстағыштар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Таңбалау мен таңдалған сызбаға сәйкестікті тексереді.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Арқанды, тізбекті, тармақтарды, ілмектерді және қосылыстарды қарайды.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Зақымданған немесе сәйкестендірілмеген құрылғыны қолданбайды.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Жүк жиектерін көзделген төсемдермен қорғайды.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Строптағы түйін жөндеу тәсілі емес.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89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Көтерудің қауіпті аймағы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Адамдарды жүк құлауы және қозғалысы мүмкін аймақтан шығарады.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Ілулі жүктің астында тұруға жол бермейді.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Жүк пен кедергі арасында тұрып, жүкті қолмен бағыттамайды.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Аймақ шегін бүкіл операция бойы сақтайды.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Қысқа көтеру де қауіпті болып қалады.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13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Сигналдар және тоқтату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Қатысушылар түсінікті сигналдар мен байланыс тәсілін алдын ала келіседі.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Байланыс үзілсе, қозғалысты тоқтатады.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Адамдарға қауіп төнгендегі тоқтату сигналы дереу орындалады.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Себеп жойылып, әрекеттер келісілгеннен кейін жұмыс жалғасады.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Түсініксіз сигналды болжауға болмайды.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47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Қарау және куәландыру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Ауысымдық қарау, қызмет көрсету және куәландыру әртүрлі міндет атқарады.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Құрылымды, механизмдерді, тежегіштерді және қорғанысты тексереді.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Мерзім мен көлем қағидалар және құжаттама бойынша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Ақаулы шектегішті айналып өтуге болмайды.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Қорғаныс құрылғысы жұмысқа жіберу шартына кіреді.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04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Кранды сынау және жөндеу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Сынауды даярланған мамандар белгіленген бағдарламамен жүргізеді.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Сынақ жүктемесі күнделікті артық жүктеуге рұқсат бермейді.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Кейбір жөндеу мен өзгертулерден кейін қосымша тексеру қажет.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Нәтиже мен кейінгі пайдалануға рұқсат құжатпен рәсімделеді.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Жөндеуден кейінгі тексеруді байқап көтерумен алмастырмайды.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29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Кранның дәнекерленген қосылыстары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Жауапты элементтерді белгіленген технологиямен жөндейді.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Дәнекерлеушіге, материалға және бақылауға талап құрылымға қарай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Жарықтар, деформациялар мен ақауларды маман бағалайды.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Өз бетінше бөлшек дәнекерлеу құрылым жұмысын өзгертуі мүмкін.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Көтергіш құрылымды жөндеуге жеке шешім қажет.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64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Жағдай: зақымданған строп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Стропта ақау бар, бірақ жүкті шұғыл жылжыту керек.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Көтеруді бастамай, жауапты адамға хабарлайды.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Шешім қабылданғанша құрылғыны беруден алып тастайды.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Жұмысты жарамды және сәйкес жиынтықпен жалғастырады.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Шұғылдық жарамдылық талабын өзгертпейді.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71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Қысыммен жұмыс істейтін жабдық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Қазандықтарда, ыдыстарда, құбырларда және баллондарда энергия жинақталады.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Герметиканың бұзылуы шығарындыларға, күйікке немесе зат әсеріне әкелуі мүмкін.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 қысымға, температураға және жұмыс ортасына байланысты.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Құрылғыны белгіленген параметрлер шегінде пайдаланады.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Шағын ыдыс та үлкен қауіп тудыруы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52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және есептік параметрлер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Жұмыс, есептік, рұқсат етілген және сынақ қысымдарының мақсаты әртүрлі.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Сынақ қысымы белгіленген сынау рәсіміне арналған.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Режимді құжаттамадан және рұқсат етілген параметрлерден 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Температура шектеуі мен ортаның үйлесімділігі ескеріледі.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Сынақ параметрін жұмыс параметрі ретінде қолданбайды.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82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Ыдыс тобы және қағидалар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Жіктеу параметрлерге және жұмыс ортасының сипатына байланысты.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Тек қысым бойынша әмбебап бағалау жеткіліксіз.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Маман қолданылатын талаптар мен бақылау көлемін анықтайды.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Оператор өз жабдығына белгіленген шектеулерді сақтайды.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Жіктеу бақылау мен құжаттамаға әсер етеді.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30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Қорғаныс құрылғылары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Сақтандыру құрылғылары параметрлердің қауіпті артуын шектейді.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Олардың жарамдылығы мен баптауы бақыланады.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Қорғанысты өз бетінше бұғаттауға, бітеуге немесе баптауын өзгертуге болмайды.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Іске қосылу себебін анықтау қажет.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Қорғаныс тұрақсыз режимді үнемі түзетуге арналмаған.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00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Қысым мен температураны бақылау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Оператор көрсеткіштерді рұқсат етілген режиммен салыстырады.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Көрінетін зақымдар мен сенімсіз көрсеткіштерді тексереді.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Ақаулы аспап белгіленген тәртіппен ауыстырылады.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Ағу, діріл немесе ерекше шу нұсқаулыққа сай әрекетті талап етеді.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Басқа қауіп белгілері болса, бір қалыпты көрсеткіш жеткіліксіз.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37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Іске қосу және режим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Алдымен жабдықтың дайындығы мен рұқсат расталады.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Арматура, қорғаныс және аспаптар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Параметрлер нұсқаулықтағы реттілікпен өзгертіледі.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Ауытқу кезінде режимді болжау арқылы емес, нұсқаулықпен әрекет етеді.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Жөндеуден кейін дайындық расталуы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48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Тоқтату және жөндеуге дайындау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 қысым мен қауіпті орта көздерінен ажыратылады.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Қысым түсіріліп, қауіпсіз күйі расталады.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Қажет болса, тазалау, үрлеу және атмосфераны тексеру орындалады.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Шаралар орындалып, рұқсат берілген соң жұмыс басталады.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Ақаулы манометрдің нөлі қауіпсіздікті дәлелдемейді.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74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Ыдыстарды куәландыру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Қарау мен сынау техникалық күйді бағалауға мүмкіндік береді.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Жиілік құрылғы мен қолданылатын талаптарға байланысты.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Мерзім өтсе, жұмысты бастамай, тексеру мен рұқсат үшін жауаптыға хабарлайды.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Нәтиже жабдық құжаттамасында көрсетіледі.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Мерзімді басқа ыдысқа қарап белгілеуге болмайды.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423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Сығылған газ баллондары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Газ таңбалау және құжат арқылы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Баллон құлаудан, қызудан және вентиль зақымынан қорғалады.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Үйлесімді редуктор мен жарамды қосылыстар қолданылады.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Ағуды ашық отпен тексермейді.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Таңбалауы күмәнді баллон қосылмайды.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25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Ыдыстарды жөндеу және дәнекерлеу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Жөндеу жабдық қауіпсіз шығарылғаннан кейін жүргізіледі.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Технология, орындаушылар және бақылау ыдысқа сәйкес болуы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Қалдығы белгісіз ыдысты дәнекерлеуге болмайды.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Қайта іске қосу үшін бақылау нәтижесі рәсімделеді.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Бос ыдыста жарылғыш қалдық болуы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19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Жағдай: қысымның өсуі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Көрсеткіш өсіп, қалыпты реттеу режимді қалпына келтірмейді.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Оператор авариялық тоқтату нұсқаулығын орындайды.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Адамдарды қауіпті аймақтан шығарып, жауаптыға хабарлайды.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Қорғанысты өз бетінше ажыратуға немесе қысымда жөндеуге болмайды.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Себеп қауіпсіздік қамтамасыз етілген соң анықталады.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535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 қауіптері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Ток, электр доғасы және ыстық бөлшектер ауыр зиян келтіреді.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Ылғал, оқшаулаудың бұзылуы және өткізгіш беттер қауіпті күшейтеді.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Кернеуді ұшқын не шудың жоқтығымен анықтамайды.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 қондырғысына қолжетімділік белгіленген тәртіппен шектеледі.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Алдын ала сезілмейтін кернеу де қауіпті.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12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Персонал және өкілеттіктер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Міндеттер мен электр қауіпсіздігі тобы рұқсат етілген әрекетті анықтайды.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Топ кез келген жұмысты тапсырмасыз және рұқсатсыз орындауға құқық бермейді.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Қосу, жөндеу және ауыстырып қосу уәкілетті персоналға жүктеледі.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Тыңдаушы даярлығының шегін сақтайды.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Терминді білу операцияға құқық бермейді.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39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 қондырғысындағы жұмыс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Нақты жұмысқа арналған рәсімдеу тәсілі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Жауаптылар мен бригада құрамы белгіленеді.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Жұмысқа жіберуші орынды тексеріп, нұсқама өткізеді.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Үзіліс, орын ауыстыру және аяқтау тәртіппен рәсімделеді.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Нақты жұмыс тапсырмаға сәйкес болуы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621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Кернеуді алып тастап жұмыс істеу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Уәкілетті персонал қажетті ажыратуларды орындайды.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Қате кернеу беруді болдырмай, тыйым салу плакаттарын 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Кернеудің жоқтығын тексеріп, көзделген жерге тұйықтауды орындайды.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Қажетті қоршаулар мен өзге плакаттарды орнатады.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Ажырату мен кернеудің жоқтығын тексеру бөлек әрекеттер.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Жерге тұйықтау және қорғаныс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Қорғаныс өткізгіші ток соғудан қорғау жүйесіне кіреді.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Қосылыс зақымы жұмысқа дейін жойылады.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Өткізгішті кездейсоқ металл байланыспен алмастыруға болмайды.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Тексеру мен жөндеуді мамандар орындайды.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Бүтін корпус қорғаныстың жарамдылығын растамайды.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600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Тасымалды жабдық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Қолданар алдында корпус, кабель, аша және қосылыстар қаралады.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 орта жағдайына және нұсқаулыққа сай таңдалады.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Зақымданған кабель не қызып кету белгісі жұмысты тоқтатуды талап етеді.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Қолдан жасалған қосылыс жарамды жиынтықты алмастырмайды.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Жарамдылық қосуға дейін тексеріледі.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134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Электрден қорғау құралдары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Құралдар кернеу мен жұмыс сипатына қарай таңдалады.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Қолданар алдында бүтіндігі мен сынау белгілері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Мерзімі өткен не зақымдалған құрал қолданылмайды.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ЖҚҚ ұйымдастыру шараларын айналып өтуге рұқсат бермейді.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Сынау мерзімі белгісіз болса, тексеру қажет.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071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Ток өткізетін бөліктер маңы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Шектер мен қауіпсіз арақашықтық нақты қондырғы үшін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Оларды құрал, жүк және механизм бөлшектері де сақтайды.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Қоршауларды өз бетінше ауыстырмайды.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Жағдай өзгерсе, шаралар қайта қаралғанша жұмыс тоқтайды.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Тікелей жанаспай да қауіпті жақындау болуы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013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 жабдығын қайта іске қосу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Жұмыстың аяқталуы және адамдардың шығарылуы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Уақытша қорғаныс шаралары белгіленген ретпен алынады.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Аяқтау және қосуға рұқсат рәсімделеді.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Қосуды уәкілетті персонал орындайды.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Сынақ іске қосу да қауіпсіз басқаруды талап етеді.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067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Жағдай: зақымданған кабель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Тасымалды жабдық кабелінде ашық өзек анықталды.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Қолдануды тоқтатып, қайта қосылуын болдырмайды.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Жөндеу не ауыстыру үшін жауаптыға хабарлайды.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Зақымға тимейді және кернеуде жөндемейді.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Оқшаулағыш таспа жұмысқа рұқсат болып саналмайды.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753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Авария туралы хабарлау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Орынды, қауіп сипатын және зардап шеккендер туралы белгілі мәліметті айтады.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Объект байланысын, қажет болса 112 немесе 101 нөмірін қолданады.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Себепті іздеу үшін хабарлауды кешіктірмейді.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Маңайдағы адамдарды қауіпсіз тәсілмен ескертеді.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Хабар қауіпті аймақты тез табуға көмектесуі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01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Эвакуация және жиналу орны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 көзін ескеріп, қауіпсіз жолмен шығады.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Зат алу үшін қайтпайды және жабық аймаққа кірмейді.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Жиналу орнында өзі және жоқ адамдар туралы мәлімет береді.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Қайтуға жауаптылар жағдайды бағалаған соң рұқсат етеді.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Адамның орны белгісіз болса, дереу хабарлайды.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568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Көмек көрсетудегі қауіпсіздік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Алдымен көмек көрсетушіге төнетін қауіп жойылады.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Жедел көмек шақырылып, жағдай хабарланады.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Даярлық пен диспетчер нұсқауы шегінде әрекет етеді.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Қауіпті атмосфераға кіруге немесе токтағы адамға қорғаныссыз тиюге болмайды.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Екінші зардап шегуші құтқаруды қиындатады.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1893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Оқиғаны талдау және қайта бастау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Белгілер, уақыт және мән-жай туралы мәлімет сақталады.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Себептер, соның ішінде ұйымдастыру жағдайлары фактілермен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Түзету шаралары қайта іске қосуға дейін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Персонал нұсқаулық пен жабдықтағы өзгерістермен танысады.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Қайта іске қосу үшін себеп те жойылуы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797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Қорытынды білім тексеру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Жұмысқа түсінікті тапсырма, жарамды жабдық және рұқсат қажет.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Механизм ақауы, қысымдағы ортаның ағуы және электр зақымы уақтылы тоқтатуды талап етеді.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Авариядағы әрекет адамдардың қауіпсіздігі мен хабарлаудан басталады.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«Тестті бастау» түймесін басыңыз.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Жағдай күмәнді болса, жұмыс тексеруді күтеді.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Өнеркәсіптік қауіпсіздік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42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3391</Words>
  <Application>Microsoft Office PowerPoint</Application>
  <DocSecurity>0</DocSecurity>
  <PresentationFormat>Широкоэкранный</PresentationFormat>
  <Paragraphs>584</Paragraphs>
  <Slides>55</Slides>
  <Notes>55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55</vt:i4>
      </vt:variant>
    </vt:vector>
  </HeadingPairs>
  <TitlesOfParts>
    <vt:vector size="59" baseType="lpstr">
      <vt:lpstr>Aptos</vt:lpstr>
      <vt:lpstr>Arial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sick ness</cp:lastModifiedBy>
  <cp:revision>1</cp:revision>
  <dcterms:created xsi:type="dcterms:W3CDTF">2026-08-25T14:17:56Z</dcterms:created>
  <dcterms:modified xsi:type="dcterms:W3CDTF">2026-09-19T10:51:19Z</dcterms:modified>
</cp:coreProperties>
</file>